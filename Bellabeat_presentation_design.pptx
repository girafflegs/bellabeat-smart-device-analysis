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6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658C23-2A36-4343-AB48-6FA64EC18330}" v="11" dt="2026-10-21T19:15:48.5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15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Pingree" userId="0cf82fa1179a414b" providerId="LiveId" clId="{9A5D6E08-506B-4D80-9783-056557924B13}"/>
    <pc:docChg chg="undo custSel addSld delSld modSld sldOrd">
      <pc:chgData name="Sarah Pingree" userId="0cf82fa1179a414b" providerId="LiveId" clId="{9A5D6E08-506B-4D80-9783-056557924B13}" dt="2026-10-21T19:16:51.239" v="319" actId="255"/>
      <pc:docMkLst>
        <pc:docMk/>
      </pc:docMkLst>
      <pc:sldChg chg="modSp mod chgLayout">
        <pc:chgData name="Sarah Pingree" userId="0cf82fa1179a414b" providerId="LiveId" clId="{9A5D6E08-506B-4D80-9783-056557924B13}" dt="2026-10-11T20:17:25.303" v="133" actId="255"/>
        <pc:sldMkLst>
          <pc:docMk/>
          <pc:sldMk cId="627917864" sldId="256"/>
        </pc:sldMkLst>
        <pc:spChg chg="mod">
          <ac:chgData name="Sarah Pingree" userId="0cf82fa1179a414b" providerId="LiveId" clId="{9A5D6E08-506B-4D80-9783-056557924B13}" dt="2026-10-11T20:17:08.973" v="132" actId="26606"/>
          <ac:spMkLst>
            <pc:docMk/>
            <pc:sldMk cId="627917864" sldId="256"/>
            <ac:spMk id="2" creationId="{67F75BF3-BDC7-E9E7-EAD9-29045F720FA7}"/>
          </ac:spMkLst>
        </pc:spChg>
        <pc:spChg chg="mod">
          <ac:chgData name="Sarah Pingree" userId="0cf82fa1179a414b" providerId="LiveId" clId="{9A5D6E08-506B-4D80-9783-056557924B13}" dt="2026-10-11T20:17:25.303" v="133" actId="255"/>
          <ac:spMkLst>
            <pc:docMk/>
            <pc:sldMk cId="627917864" sldId="256"/>
            <ac:spMk id="3" creationId="{A46961EB-5C6D-6C42-5BE9-EB5E660729A5}"/>
          </ac:spMkLst>
        </pc:spChg>
      </pc:sldChg>
      <pc:sldChg chg="modSp">
        <pc:chgData name="Sarah Pingree" userId="0cf82fa1179a414b" providerId="LiveId" clId="{9A5D6E08-506B-4D80-9783-056557924B13}" dt="2026-10-10T22:37:35.861" v="0"/>
        <pc:sldMkLst>
          <pc:docMk/>
          <pc:sldMk cId="3446024340" sldId="257"/>
        </pc:sldMkLst>
        <pc:spChg chg="mod">
          <ac:chgData name="Sarah Pingree" userId="0cf82fa1179a414b" providerId="LiveId" clId="{9A5D6E08-506B-4D80-9783-056557924B13}" dt="2026-10-10T22:37:35.861" v="0"/>
          <ac:spMkLst>
            <pc:docMk/>
            <pc:sldMk cId="3446024340" sldId="257"/>
            <ac:spMk id="2" creationId="{CD28886C-CD3A-B512-3B28-CE0B7A01F0C0}"/>
          </ac:spMkLst>
        </pc:spChg>
      </pc:sldChg>
      <pc:sldChg chg="modSp">
        <pc:chgData name="Sarah Pingree" userId="0cf82fa1179a414b" providerId="LiveId" clId="{9A5D6E08-506B-4D80-9783-056557924B13}" dt="2026-10-10T23:07:15.089" v="1" actId="12100"/>
        <pc:sldMkLst>
          <pc:docMk/>
          <pc:sldMk cId="2225402210" sldId="259"/>
        </pc:sldMkLst>
        <pc:spChg chg="mod">
          <ac:chgData name="Sarah Pingree" userId="0cf82fa1179a414b" providerId="LiveId" clId="{9A5D6E08-506B-4D80-9783-056557924B13}" dt="2026-10-10T22:37:35.861" v="0"/>
          <ac:spMkLst>
            <pc:docMk/>
            <pc:sldMk cId="2225402210" sldId="259"/>
            <ac:spMk id="2" creationId="{3CA1470C-108B-2EA2-5834-51675738D4BE}"/>
          </ac:spMkLst>
        </pc:spChg>
        <pc:graphicFrameChg chg="mod">
          <ac:chgData name="Sarah Pingree" userId="0cf82fa1179a414b" providerId="LiveId" clId="{9A5D6E08-506B-4D80-9783-056557924B13}" dt="2026-10-10T23:07:15.089" v="1" actId="12100"/>
          <ac:graphicFrameMkLst>
            <pc:docMk/>
            <pc:sldMk cId="2225402210" sldId="259"/>
            <ac:graphicFrameMk id="5" creationId="{A994C1A7-72DA-4F31-8B1D-FAABDF5CA971}"/>
          </ac:graphicFrameMkLst>
        </pc:graphicFrameChg>
      </pc:sldChg>
      <pc:sldChg chg="modSp">
        <pc:chgData name="Sarah Pingree" userId="0cf82fa1179a414b" providerId="LiveId" clId="{9A5D6E08-506B-4D80-9783-056557924B13}" dt="2026-10-10T22:37:35.861" v="0"/>
        <pc:sldMkLst>
          <pc:docMk/>
          <pc:sldMk cId="2469004622" sldId="260"/>
        </pc:sldMkLst>
        <pc:spChg chg="mod">
          <ac:chgData name="Sarah Pingree" userId="0cf82fa1179a414b" providerId="LiveId" clId="{9A5D6E08-506B-4D80-9783-056557924B13}" dt="2026-10-10T22:37:35.861" v="0"/>
          <ac:spMkLst>
            <pc:docMk/>
            <pc:sldMk cId="2469004622" sldId="260"/>
            <ac:spMk id="2" creationId="{87D31E09-A97A-2675-EAE8-622AEFA7587D}"/>
          </ac:spMkLst>
        </pc:spChg>
        <pc:spChg chg="mod">
          <ac:chgData name="Sarah Pingree" userId="0cf82fa1179a414b" providerId="LiveId" clId="{9A5D6E08-506B-4D80-9783-056557924B13}" dt="2026-10-10T22:37:35.861" v="0"/>
          <ac:spMkLst>
            <pc:docMk/>
            <pc:sldMk cId="2469004622" sldId="260"/>
            <ac:spMk id="3" creationId="{98123936-FCE6-84D8-24BA-B53BA899DD3A}"/>
          </ac:spMkLst>
        </pc:spChg>
      </pc:sldChg>
      <pc:sldChg chg="modSp">
        <pc:chgData name="Sarah Pingree" userId="0cf82fa1179a414b" providerId="LiveId" clId="{9A5D6E08-506B-4D80-9783-056557924B13}" dt="2026-10-10T22:37:35.861" v="0"/>
        <pc:sldMkLst>
          <pc:docMk/>
          <pc:sldMk cId="2226702084" sldId="261"/>
        </pc:sldMkLst>
        <pc:spChg chg="mod">
          <ac:chgData name="Sarah Pingree" userId="0cf82fa1179a414b" providerId="LiveId" clId="{9A5D6E08-506B-4D80-9783-056557924B13}" dt="2026-10-10T22:37:35.861" v="0"/>
          <ac:spMkLst>
            <pc:docMk/>
            <pc:sldMk cId="2226702084" sldId="261"/>
            <ac:spMk id="2" creationId="{418D1D91-8FCC-E2FE-7E6B-8DC0D0AA393D}"/>
          </ac:spMkLst>
        </pc:spChg>
      </pc:sldChg>
      <pc:sldChg chg="modSp">
        <pc:chgData name="Sarah Pingree" userId="0cf82fa1179a414b" providerId="LiveId" clId="{9A5D6E08-506B-4D80-9783-056557924B13}" dt="2026-10-10T22:37:35.861" v="0"/>
        <pc:sldMkLst>
          <pc:docMk/>
          <pc:sldMk cId="1926618760" sldId="262"/>
        </pc:sldMkLst>
        <pc:spChg chg="mod">
          <ac:chgData name="Sarah Pingree" userId="0cf82fa1179a414b" providerId="LiveId" clId="{9A5D6E08-506B-4D80-9783-056557924B13}" dt="2026-10-10T22:37:35.861" v="0"/>
          <ac:spMkLst>
            <pc:docMk/>
            <pc:sldMk cId="1926618760" sldId="262"/>
            <ac:spMk id="2" creationId="{126192EE-3AAD-6885-B3AE-2968D68ACC6F}"/>
          </ac:spMkLst>
        </pc:spChg>
        <pc:picChg chg="mod">
          <ac:chgData name="Sarah Pingree" userId="0cf82fa1179a414b" providerId="LiveId" clId="{9A5D6E08-506B-4D80-9783-056557924B13}" dt="2026-10-10T22:37:35.861" v="0"/>
          <ac:picMkLst>
            <pc:docMk/>
            <pc:sldMk cId="1926618760" sldId="262"/>
            <ac:picMk id="5" creationId="{F5053DD1-D1DB-E8FB-3E9B-0E03AAE7BB92}"/>
          </ac:picMkLst>
        </pc:picChg>
      </pc:sldChg>
      <pc:sldChg chg="modSp">
        <pc:chgData name="Sarah Pingree" userId="0cf82fa1179a414b" providerId="LiveId" clId="{9A5D6E08-506B-4D80-9783-056557924B13}" dt="2026-10-10T22:37:35.861" v="0"/>
        <pc:sldMkLst>
          <pc:docMk/>
          <pc:sldMk cId="1886193062" sldId="263"/>
        </pc:sldMkLst>
        <pc:spChg chg="mod">
          <ac:chgData name="Sarah Pingree" userId="0cf82fa1179a414b" providerId="LiveId" clId="{9A5D6E08-506B-4D80-9783-056557924B13}" dt="2026-10-10T22:37:35.861" v="0"/>
          <ac:spMkLst>
            <pc:docMk/>
            <pc:sldMk cId="1886193062" sldId="263"/>
            <ac:spMk id="2" creationId="{F30E6233-0C04-6E5D-80DB-62A5A74C5070}"/>
          </ac:spMkLst>
        </pc:spChg>
        <pc:picChg chg="mod">
          <ac:chgData name="Sarah Pingree" userId="0cf82fa1179a414b" providerId="LiveId" clId="{9A5D6E08-506B-4D80-9783-056557924B13}" dt="2026-10-10T22:37:35.861" v="0"/>
          <ac:picMkLst>
            <pc:docMk/>
            <pc:sldMk cId="1886193062" sldId="263"/>
            <ac:picMk id="5" creationId="{78BB29E2-B1CB-6D24-E032-F7DE874B7C99}"/>
          </ac:picMkLst>
        </pc:picChg>
      </pc:sldChg>
      <pc:sldChg chg="modSp">
        <pc:chgData name="Sarah Pingree" userId="0cf82fa1179a414b" providerId="LiveId" clId="{9A5D6E08-506B-4D80-9783-056557924B13}" dt="2026-10-10T22:37:35.861" v="0"/>
        <pc:sldMkLst>
          <pc:docMk/>
          <pc:sldMk cId="2112924183" sldId="264"/>
        </pc:sldMkLst>
        <pc:spChg chg="mod">
          <ac:chgData name="Sarah Pingree" userId="0cf82fa1179a414b" providerId="LiveId" clId="{9A5D6E08-506B-4D80-9783-056557924B13}" dt="2026-10-10T22:37:35.861" v="0"/>
          <ac:spMkLst>
            <pc:docMk/>
            <pc:sldMk cId="2112924183" sldId="264"/>
            <ac:spMk id="2" creationId="{90D45F76-25F8-ECE3-87F8-47E714FF6FEF}"/>
          </ac:spMkLst>
        </pc:spChg>
        <pc:picChg chg="mod">
          <ac:chgData name="Sarah Pingree" userId="0cf82fa1179a414b" providerId="LiveId" clId="{9A5D6E08-506B-4D80-9783-056557924B13}" dt="2026-10-10T22:37:35.861" v="0"/>
          <ac:picMkLst>
            <pc:docMk/>
            <pc:sldMk cId="2112924183" sldId="264"/>
            <ac:picMk id="5" creationId="{B6B8B5F8-91C5-9443-4729-FE01A2A5B0B6}"/>
          </ac:picMkLst>
        </pc:picChg>
      </pc:sldChg>
      <pc:sldChg chg="modSp">
        <pc:chgData name="Sarah Pingree" userId="0cf82fa1179a414b" providerId="LiveId" clId="{9A5D6E08-506B-4D80-9783-056557924B13}" dt="2026-10-10T23:07:45.973" v="2" actId="12100"/>
        <pc:sldMkLst>
          <pc:docMk/>
          <pc:sldMk cId="3453672159" sldId="265"/>
        </pc:sldMkLst>
        <pc:spChg chg="mod">
          <ac:chgData name="Sarah Pingree" userId="0cf82fa1179a414b" providerId="LiveId" clId="{9A5D6E08-506B-4D80-9783-056557924B13}" dt="2026-10-10T22:37:35.861" v="0"/>
          <ac:spMkLst>
            <pc:docMk/>
            <pc:sldMk cId="3453672159" sldId="265"/>
            <ac:spMk id="2" creationId="{B74B53C2-49FD-49AF-64C2-7467F3331F39}"/>
          </ac:spMkLst>
        </pc:spChg>
        <pc:graphicFrameChg chg="mod">
          <ac:chgData name="Sarah Pingree" userId="0cf82fa1179a414b" providerId="LiveId" clId="{9A5D6E08-506B-4D80-9783-056557924B13}" dt="2026-10-10T23:07:45.973" v="2" actId="12100"/>
          <ac:graphicFrameMkLst>
            <pc:docMk/>
            <pc:sldMk cId="3453672159" sldId="265"/>
            <ac:graphicFrameMk id="5" creationId="{C6C04D87-C089-7594-EA91-6733F9353447}"/>
          </ac:graphicFrameMkLst>
        </pc:graphicFrameChg>
      </pc:sldChg>
      <pc:sldChg chg="modSp">
        <pc:chgData name="Sarah Pingree" userId="0cf82fa1179a414b" providerId="LiveId" clId="{9A5D6E08-506B-4D80-9783-056557924B13}" dt="2026-10-10T23:08:02.807" v="3" actId="12100"/>
        <pc:sldMkLst>
          <pc:docMk/>
          <pc:sldMk cId="2986126212" sldId="266"/>
        </pc:sldMkLst>
        <pc:spChg chg="mod">
          <ac:chgData name="Sarah Pingree" userId="0cf82fa1179a414b" providerId="LiveId" clId="{9A5D6E08-506B-4D80-9783-056557924B13}" dt="2026-10-10T22:37:35.861" v="0"/>
          <ac:spMkLst>
            <pc:docMk/>
            <pc:sldMk cId="2986126212" sldId="266"/>
            <ac:spMk id="2" creationId="{5F597BF6-2C0F-0346-C1D4-9B90A0A88983}"/>
          </ac:spMkLst>
        </pc:spChg>
        <pc:graphicFrameChg chg="mod">
          <ac:chgData name="Sarah Pingree" userId="0cf82fa1179a414b" providerId="LiveId" clId="{9A5D6E08-506B-4D80-9783-056557924B13}" dt="2026-10-10T23:08:02.807" v="3" actId="12100"/>
          <ac:graphicFrameMkLst>
            <pc:docMk/>
            <pc:sldMk cId="2986126212" sldId="266"/>
            <ac:graphicFrameMk id="5" creationId="{DC49B6E2-0C4E-39EC-FAA1-A45D940C99E2}"/>
          </ac:graphicFrameMkLst>
        </pc:graphicFrameChg>
      </pc:sldChg>
      <pc:sldChg chg="addSp delSp modSp add mod ord">
        <pc:chgData name="Sarah Pingree" userId="0cf82fa1179a414b" providerId="LiveId" clId="{9A5D6E08-506B-4D80-9783-056557924B13}" dt="2026-10-11T19:39:01.198" v="41" actId="1076"/>
        <pc:sldMkLst>
          <pc:docMk/>
          <pc:sldMk cId="1363090330" sldId="267"/>
        </pc:sldMkLst>
        <pc:spChg chg="mod">
          <ac:chgData name="Sarah Pingree" userId="0cf82fa1179a414b" providerId="LiveId" clId="{9A5D6E08-506B-4D80-9783-056557924B13}" dt="2026-10-10T23:20:48.319" v="31" actId="20577"/>
          <ac:spMkLst>
            <pc:docMk/>
            <pc:sldMk cId="1363090330" sldId="267"/>
            <ac:spMk id="2" creationId="{BB15A5FC-D1A9-A7C0-5118-1FA134417A8E}"/>
          </ac:spMkLst>
        </pc:spChg>
        <pc:spChg chg="mod">
          <ac:chgData name="Sarah Pingree" userId="0cf82fa1179a414b" providerId="LiveId" clId="{9A5D6E08-506B-4D80-9783-056557924B13}" dt="2026-10-11T19:39:01.198" v="41" actId="1076"/>
          <ac:spMkLst>
            <pc:docMk/>
            <pc:sldMk cId="1363090330" sldId="267"/>
            <ac:spMk id="3" creationId="{1316C081-3FF2-2075-3DBF-25CE7A455100}"/>
          </ac:spMkLst>
        </pc:spChg>
      </pc:sldChg>
      <pc:sldChg chg="addSp delSp modSp new mod">
        <pc:chgData name="Sarah Pingree" userId="0cf82fa1179a414b" providerId="LiveId" clId="{9A5D6E08-506B-4D80-9783-056557924B13}" dt="2026-10-21T19:16:51.239" v="319" actId="255"/>
        <pc:sldMkLst>
          <pc:docMk/>
          <pc:sldMk cId="1815641027" sldId="268"/>
        </pc:sldMkLst>
        <pc:spChg chg="mod">
          <ac:chgData name="Sarah Pingree" userId="0cf82fa1179a414b" providerId="LiveId" clId="{9A5D6E08-506B-4D80-9783-056557924B13}" dt="2026-10-11T20:06:03.071" v="80" actId="255"/>
          <ac:spMkLst>
            <pc:docMk/>
            <pc:sldMk cId="1815641027" sldId="268"/>
            <ac:spMk id="2" creationId="{DC0715D8-B118-2E18-F343-CC2BB1FA7AE1}"/>
          </ac:spMkLst>
        </pc:spChg>
        <pc:spChg chg="mod">
          <ac:chgData name="Sarah Pingree" userId="0cf82fa1179a414b" providerId="LiveId" clId="{9A5D6E08-506B-4D80-9783-056557924B13}" dt="2026-10-21T19:16:51.239" v="319" actId="255"/>
          <ac:spMkLst>
            <pc:docMk/>
            <pc:sldMk cId="1815641027" sldId="268"/>
            <ac:spMk id="3" creationId="{86D7E29C-EA99-8A56-BE66-6F51D8F9812F}"/>
          </ac:spMkLst>
        </pc:spChg>
        <pc:spChg chg="add del mod">
          <ac:chgData name="Sarah Pingree" userId="0cf82fa1179a414b" providerId="LiveId" clId="{9A5D6E08-506B-4D80-9783-056557924B13}" dt="2026-10-21T19:15:51.777" v="318"/>
          <ac:spMkLst>
            <pc:docMk/>
            <pc:sldMk cId="1815641027" sldId="268"/>
            <ac:spMk id="4" creationId="{416A86AF-7D0D-C8B9-9768-4A634D99669E}"/>
          </ac:spMkLst>
        </pc:spChg>
      </pc:sldChg>
      <pc:sldChg chg="modSp new mod">
        <pc:chgData name="Sarah Pingree" userId="0cf82fa1179a414b" providerId="LiveId" clId="{9A5D6E08-506B-4D80-9783-056557924B13}" dt="2026-10-11T23:10:32.122" v="225" actId="20577"/>
        <pc:sldMkLst>
          <pc:docMk/>
          <pc:sldMk cId="2526061564" sldId="269"/>
        </pc:sldMkLst>
        <pc:spChg chg="mod">
          <ac:chgData name="Sarah Pingree" userId="0cf82fa1179a414b" providerId="LiveId" clId="{9A5D6E08-506B-4D80-9783-056557924B13}" dt="2026-10-11T23:08:28.917" v="168" actId="255"/>
          <ac:spMkLst>
            <pc:docMk/>
            <pc:sldMk cId="2526061564" sldId="269"/>
            <ac:spMk id="2" creationId="{D1E26A5B-DBC3-F1D8-6E86-C9117F12E9A7}"/>
          </ac:spMkLst>
        </pc:spChg>
        <pc:spChg chg="mod">
          <ac:chgData name="Sarah Pingree" userId="0cf82fa1179a414b" providerId="LiveId" clId="{9A5D6E08-506B-4D80-9783-056557924B13}" dt="2026-10-11T23:10:32.122" v="225" actId="20577"/>
          <ac:spMkLst>
            <pc:docMk/>
            <pc:sldMk cId="2526061564" sldId="269"/>
            <ac:spMk id="3" creationId="{4A4591EE-C60C-75FC-7FC0-989B738AB165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8FCE67-883E-4C2A-97AF-3B996F5F1DF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A1F75F3-3BD4-422B-947A-228548099AC1}">
      <dgm:prSet/>
      <dgm:spPr/>
      <dgm:t>
        <a:bodyPr/>
        <a:lstStyle/>
        <a:p>
          <a:r>
            <a:rPr lang="en-US"/>
            <a:t>Project Overview &amp; Goals</a:t>
          </a:r>
        </a:p>
      </dgm:t>
    </dgm:pt>
    <dgm:pt modelId="{53C9F90A-D63D-47E7-896D-B77A6989AE8F}" type="parTrans" cxnId="{1B2E1DB7-EBE9-4294-9B26-2C7840D2778F}">
      <dgm:prSet/>
      <dgm:spPr/>
      <dgm:t>
        <a:bodyPr/>
        <a:lstStyle/>
        <a:p>
          <a:endParaRPr lang="en-US"/>
        </a:p>
      </dgm:t>
    </dgm:pt>
    <dgm:pt modelId="{E77D268C-0F34-4C1B-8C95-602D4E99D7E2}" type="sibTrans" cxnId="{1B2E1DB7-EBE9-4294-9B26-2C7840D2778F}">
      <dgm:prSet/>
      <dgm:spPr/>
      <dgm:t>
        <a:bodyPr/>
        <a:lstStyle/>
        <a:p>
          <a:endParaRPr lang="en-US"/>
        </a:p>
      </dgm:t>
    </dgm:pt>
    <dgm:pt modelId="{E9D545C3-B633-40CE-BD51-3EBECEA00BA7}">
      <dgm:prSet/>
      <dgm:spPr/>
      <dgm:t>
        <a:bodyPr/>
        <a:lstStyle/>
        <a:p>
          <a:r>
            <a:rPr lang="en-US"/>
            <a:t>Data &amp; Analysis</a:t>
          </a:r>
        </a:p>
      </dgm:t>
    </dgm:pt>
    <dgm:pt modelId="{A94AE98B-946D-454E-8D08-B55F908707B3}" type="parTrans" cxnId="{DD974E6F-C2E7-4ED8-809E-057CF0E0780E}">
      <dgm:prSet/>
      <dgm:spPr/>
      <dgm:t>
        <a:bodyPr/>
        <a:lstStyle/>
        <a:p>
          <a:endParaRPr lang="en-US"/>
        </a:p>
      </dgm:t>
    </dgm:pt>
    <dgm:pt modelId="{99084870-D9AF-41B4-9BB1-7F1203BB2954}" type="sibTrans" cxnId="{DD974E6F-C2E7-4ED8-809E-057CF0E0780E}">
      <dgm:prSet/>
      <dgm:spPr/>
      <dgm:t>
        <a:bodyPr/>
        <a:lstStyle/>
        <a:p>
          <a:endParaRPr lang="en-US"/>
        </a:p>
      </dgm:t>
    </dgm:pt>
    <dgm:pt modelId="{D8B7CFC0-4F65-4741-9E57-2EA3C4A3FE19}">
      <dgm:prSet/>
      <dgm:spPr/>
      <dgm:t>
        <a:bodyPr/>
        <a:lstStyle/>
        <a:p>
          <a:r>
            <a:rPr lang="en-US"/>
            <a:t>Recommendations</a:t>
          </a:r>
        </a:p>
      </dgm:t>
    </dgm:pt>
    <dgm:pt modelId="{B3E868F1-6FD2-42A7-9307-CEB9ED9EDB1E}" type="parTrans" cxnId="{1429B24C-4139-4425-9AF5-9D4EC4DBE430}">
      <dgm:prSet/>
      <dgm:spPr/>
      <dgm:t>
        <a:bodyPr/>
        <a:lstStyle/>
        <a:p>
          <a:endParaRPr lang="en-US"/>
        </a:p>
      </dgm:t>
    </dgm:pt>
    <dgm:pt modelId="{21FF40CD-92AB-417B-8456-C9FBB532992A}" type="sibTrans" cxnId="{1429B24C-4139-4425-9AF5-9D4EC4DBE430}">
      <dgm:prSet/>
      <dgm:spPr/>
      <dgm:t>
        <a:bodyPr/>
        <a:lstStyle/>
        <a:p>
          <a:endParaRPr lang="en-US"/>
        </a:p>
      </dgm:t>
    </dgm:pt>
    <dgm:pt modelId="{A247E2CB-03E7-4A13-8906-024D488A6522}">
      <dgm:prSet/>
      <dgm:spPr/>
      <dgm:t>
        <a:bodyPr/>
        <a:lstStyle/>
        <a:p>
          <a:r>
            <a:rPr lang="en-US"/>
            <a:t>Actionable Next Steps</a:t>
          </a:r>
        </a:p>
      </dgm:t>
    </dgm:pt>
    <dgm:pt modelId="{B6E61457-1538-402D-872E-4CA0BA1FD29B}" type="parTrans" cxnId="{CD1ACC2F-633E-4CB0-936F-96ACFCD6EA60}">
      <dgm:prSet/>
      <dgm:spPr/>
      <dgm:t>
        <a:bodyPr/>
        <a:lstStyle/>
        <a:p>
          <a:endParaRPr lang="en-US"/>
        </a:p>
      </dgm:t>
    </dgm:pt>
    <dgm:pt modelId="{82A14DD5-60CE-4BCE-AFC9-9F36852753C8}" type="sibTrans" cxnId="{CD1ACC2F-633E-4CB0-936F-96ACFCD6EA60}">
      <dgm:prSet/>
      <dgm:spPr/>
      <dgm:t>
        <a:bodyPr/>
        <a:lstStyle/>
        <a:p>
          <a:endParaRPr lang="en-US"/>
        </a:p>
      </dgm:t>
    </dgm:pt>
    <dgm:pt modelId="{AED89E0B-408C-4D52-9EF3-52F24A76EE3B}" type="pres">
      <dgm:prSet presAssocID="{F38FCE67-883E-4C2A-97AF-3B996F5F1DF8}" presName="vert0" presStyleCnt="0">
        <dgm:presLayoutVars>
          <dgm:dir/>
          <dgm:animOne val="branch"/>
          <dgm:animLvl val="lvl"/>
        </dgm:presLayoutVars>
      </dgm:prSet>
      <dgm:spPr/>
    </dgm:pt>
    <dgm:pt modelId="{DD80FC4C-FB62-41F5-A9E2-EBBBF36DB2FB}" type="pres">
      <dgm:prSet presAssocID="{5A1F75F3-3BD4-422B-947A-228548099AC1}" presName="thickLine" presStyleLbl="alignNode1" presStyleIdx="0" presStyleCnt="4"/>
      <dgm:spPr/>
    </dgm:pt>
    <dgm:pt modelId="{B7E17278-2340-4833-BECE-87903EF254D1}" type="pres">
      <dgm:prSet presAssocID="{5A1F75F3-3BD4-422B-947A-228548099AC1}" presName="horz1" presStyleCnt="0"/>
      <dgm:spPr/>
    </dgm:pt>
    <dgm:pt modelId="{A4F8876B-B1F0-4C00-B57F-8238FA8BB048}" type="pres">
      <dgm:prSet presAssocID="{5A1F75F3-3BD4-422B-947A-228548099AC1}" presName="tx1" presStyleLbl="revTx" presStyleIdx="0" presStyleCnt="4"/>
      <dgm:spPr/>
    </dgm:pt>
    <dgm:pt modelId="{5260DF3E-ED1E-4586-8ED8-547C16CDAEDC}" type="pres">
      <dgm:prSet presAssocID="{5A1F75F3-3BD4-422B-947A-228548099AC1}" presName="vert1" presStyleCnt="0"/>
      <dgm:spPr/>
    </dgm:pt>
    <dgm:pt modelId="{7466486D-6803-4FE5-B307-29B0482C8051}" type="pres">
      <dgm:prSet presAssocID="{E9D545C3-B633-40CE-BD51-3EBECEA00BA7}" presName="thickLine" presStyleLbl="alignNode1" presStyleIdx="1" presStyleCnt="4"/>
      <dgm:spPr/>
    </dgm:pt>
    <dgm:pt modelId="{F04895E4-8DCF-4FDB-9488-BB47E93F8B40}" type="pres">
      <dgm:prSet presAssocID="{E9D545C3-B633-40CE-BD51-3EBECEA00BA7}" presName="horz1" presStyleCnt="0"/>
      <dgm:spPr/>
    </dgm:pt>
    <dgm:pt modelId="{409283FE-7CDA-4D9A-A87F-88CC611C0966}" type="pres">
      <dgm:prSet presAssocID="{E9D545C3-B633-40CE-BD51-3EBECEA00BA7}" presName="tx1" presStyleLbl="revTx" presStyleIdx="1" presStyleCnt="4"/>
      <dgm:spPr/>
    </dgm:pt>
    <dgm:pt modelId="{17FDB4BB-0B46-48A5-A2BF-BBC50C3D515D}" type="pres">
      <dgm:prSet presAssocID="{E9D545C3-B633-40CE-BD51-3EBECEA00BA7}" presName="vert1" presStyleCnt="0"/>
      <dgm:spPr/>
    </dgm:pt>
    <dgm:pt modelId="{57E642E7-2F72-4337-8614-5272CB5AAFB7}" type="pres">
      <dgm:prSet presAssocID="{D8B7CFC0-4F65-4741-9E57-2EA3C4A3FE19}" presName="thickLine" presStyleLbl="alignNode1" presStyleIdx="2" presStyleCnt="4"/>
      <dgm:spPr/>
    </dgm:pt>
    <dgm:pt modelId="{B1D528CC-670A-4959-9518-AAC8F87DE0BC}" type="pres">
      <dgm:prSet presAssocID="{D8B7CFC0-4F65-4741-9E57-2EA3C4A3FE19}" presName="horz1" presStyleCnt="0"/>
      <dgm:spPr/>
    </dgm:pt>
    <dgm:pt modelId="{CA854B5D-1EBE-4899-B614-064CC5FCB9A1}" type="pres">
      <dgm:prSet presAssocID="{D8B7CFC0-4F65-4741-9E57-2EA3C4A3FE19}" presName="tx1" presStyleLbl="revTx" presStyleIdx="2" presStyleCnt="4"/>
      <dgm:spPr/>
    </dgm:pt>
    <dgm:pt modelId="{79EEFDF5-D99E-4F5D-92E8-AB303AEC3DE0}" type="pres">
      <dgm:prSet presAssocID="{D8B7CFC0-4F65-4741-9E57-2EA3C4A3FE19}" presName="vert1" presStyleCnt="0"/>
      <dgm:spPr/>
    </dgm:pt>
    <dgm:pt modelId="{22BC0BF3-069B-42BF-9E90-7CF3C49AE499}" type="pres">
      <dgm:prSet presAssocID="{A247E2CB-03E7-4A13-8906-024D488A6522}" presName="thickLine" presStyleLbl="alignNode1" presStyleIdx="3" presStyleCnt="4"/>
      <dgm:spPr/>
    </dgm:pt>
    <dgm:pt modelId="{138EE8B5-E21A-4766-B5CA-BFF7EA43998F}" type="pres">
      <dgm:prSet presAssocID="{A247E2CB-03E7-4A13-8906-024D488A6522}" presName="horz1" presStyleCnt="0"/>
      <dgm:spPr/>
    </dgm:pt>
    <dgm:pt modelId="{04AAD745-4D28-44A6-AC1C-4F5E7FEA6A40}" type="pres">
      <dgm:prSet presAssocID="{A247E2CB-03E7-4A13-8906-024D488A6522}" presName="tx1" presStyleLbl="revTx" presStyleIdx="3" presStyleCnt="4"/>
      <dgm:spPr/>
    </dgm:pt>
    <dgm:pt modelId="{21CD2CF0-A9C1-43D5-ACA6-2B7FA508835D}" type="pres">
      <dgm:prSet presAssocID="{A247E2CB-03E7-4A13-8906-024D488A6522}" presName="vert1" presStyleCnt="0"/>
      <dgm:spPr/>
    </dgm:pt>
  </dgm:ptLst>
  <dgm:cxnLst>
    <dgm:cxn modelId="{40266A14-BBF6-486B-8430-CEBF651C1F97}" type="presOf" srcId="{E9D545C3-B633-40CE-BD51-3EBECEA00BA7}" destId="{409283FE-7CDA-4D9A-A87F-88CC611C0966}" srcOrd="0" destOrd="0" presId="urn:microsoft.com/office/officeart/2008/layout/LinedList"/>
    <dgm:cxn modelId="{CD1ACC2F-633E-4CB0-936F-96ACFCD6EA60}" srcId="{F38FCE67-883E-4C2A-97AF-3B996F5F1DF8}" destId="{A247E2CB-03E7-4A13-8906-024D488A6522}" srcOrd="3" destOrd="0" parTransId="{B6E61457-1538-402D-872E-4CA0BA1FD29B}" sibTransId="{82A14DD5-60CE-4BCE-AFC9-9F36852753C8}"/>
    <dgm:cxn modelId="{926CA55F-0B47-439E-9C47-0F735D5AC6AA}" type="presOf" srcId="{A247E2CB-03E7-4A13-8906-024D488A6522}" destId="{04AAD745-4D28-44A6-AC1C-4F5E7FEA6A40}" srcOrd="0" destOrd="0" presId="urn:microsoft.com/office/officeart/2008/layout/LinedList"/>
    <dgm:cxn modelId="{1429B24C-4139-4425-9AF5-9D4EC4DBE430}" srcId="{F38FCE67-883E-4C2A-97AF-3B996F5F1DF8}" destId="{D8B7CFC0-4F65-4741-9E57-2EA3C4A3FE19}" srcOrd="2" destOrd="0" parTransId="{B3E868F1-6FD2-42A7-9307-CEB9ED9EDB1E}" sibTransId="{21FF40CD-92AB-417B-8456-C9FBB532992A}"/>
    <dgm:cxn modelId="{DD974E6F-C2E7-4ED8-809E-057CF0E0780E}" srcId="{F38FCE67-883E-4C2A-97AF-3B996F5F1DF8}" destId="{E9D545C3-B633-40CE-BD51-3EBECEA00BA7}" srcOrd="1" destOrd="0" parTransId="{A94AE98B-946D-454E-8D08-B55F908707B3}" sibTransId="{99084870-D9AF-41B4-9BB1-7F1203BB2954}"/>
    <dgm:cxn modelId="{675A3775-3E88-471A-8792-9113327A3BBA}" type="presOf" srcId="{F38FCE67-883E-4C2A-97AF-3B996F5F1DF8}" destId="{AED89E0B-408C-4D52-9EF3-52F24A76EE3B}" srcOrd="0" destOrd="0" presId="urn:microsoft.com/office/officeart/2008/layout/LinedList"/>
    <dgm:cxn modelId="{1B2E1DB7-EBE9-4294-9B26-2C7840D2778F}" srcId="{F38FCE67-883E-4C2A-97AF-3B996F5F1DF8}" destId="{5A1F75F3-3BD4-422B-947A-228548099AC1}" srcOrd="0" destOrd="0" parTransId="{53C9F90A-D63D-47E7-896D-B77A6989AE8F}" sibTransId="{E77D268C-0F34-4C1B-8C95-602D4E99D7E2}"/>
    <dgm:cxn modelId="{4D4D13DE-FA84-4567-A631-83A5D6F4DE62}" type="presOf" srcId="{D8B7CFC0-4F65-4741-9E57-2EA3C4A3FE19}" destId="{CA854B5D-1EBE-4899-B614-064CC5FCB9A1}" srcOrd="0" destOrd="0" presId="urn:microsoft.com/office/officeart/2008/layout/LinedList"/>
    <dgm:cxn modelId="{666722E7-4FF6-4496-B696-793F85D15ECF}" type="presOf" srcId="{5A1F75F3-3BD4-422B-947A-228548099AC1}" destId="{A4F8876B-B1F0-4C00-B57F-8238FA8BB048}" srcOrd="0" destOrd="0" presId="urn:microsoft.com/office/officeart/2008/layout/LinedList"/>
    <dgm:cxn modelId="{9AA157BC-2932-4AD5-8367-5CDDE59DE07C}" type="presParOf" srcId="{AED89E0B-408C-4D52-9EF3-52F24A76EE3B}" destId="{DD80FC4C-FB62-41F5-A9E2-EBBBF36DB2FB}" srcOrd="0" destOrd="0" presId="urn:microsoft.com/office/officeart/2008/layout/LinedList"/>
    <dgm:cxn modelId="{2F5C60D4-8536-4E83-86D1-28B62BD78A94}" type="presParOf" srcId="{AED89E0B-408C-4D52-9EF3-52F24A76EE3B}" destId="{B7E17278-2340-4833-BECE-87903EF254D1}" srcOrd="1" destOrd="0" presId="urn:microsoft.com/office/officeart/2008/layout/LinedList"/>
    <dgm:cxn modelId="{02726B7E-7154-4BE4-89E2-7AB4271A56D8}" type="presParOf" srcId="{B7E17278-2340-4833-BECE-87903EF254D1}" destId="{A4F8876B-B1F0-4C00-B57F-8238FA8BB048}" srcOrd="0" destOrd="0" presId="urn:microsoft.com/office/officeart/2008/layout/LinedList"/>
    <dgm:cxn modelId="{07D40064-B555-489B-AD2C-24C9D6BABDA5}" type="presParOf" srcId="{B7E17278-2340-4833-BECE-87903EF254D1}" destId="{5260DF3E-ED1E-4586-8ED8-547C16CDAEDC}" srcOrd="1" destOrd="0" presId="urn:microsoft.com/office/officeart/2008/layout/LinedList"/>
    <dgm:cxn modelId="{D83813CA-9101-480D-8253-4C1390D81FB6}" type="presParOf" srcId="{AED89E0B-408C-4D52-9EF3-52F24A76EE3B}" destId="{7466486D-6803-4FE5-B307-29B0482C8051}" srcOrd="2" destOrd="0" presId="urn:microsoft.com/office/officeart/2008/layout/LinedList"/>
    <dgm:cxn modelId="{BDAAA252-D0F5-4C91-9A8E-7C3364223A9D}" type="presParOf" srcId="{AED89E0B-408C-4D52-9EF3-52F24A76EE3B}" destId="{F04895E4-8DCF-4FDB-9488-BB47E93F8B40}" srcOrd="3" destOrd="0" presId="urn:microsoft.com/office/officeart/2008/layout/LinedList"/>
    <dgm:cxn modelId="{DA6CA783-D9E4-439C-935D-695BE5F003FE}" type="presParOf" srcId="{F04895E4-8DCF-4FDB-9488-BB47E93F8B40}" destId="{409283FE-7CDA-4D9A-A87F-88CC611C0966}" srcOrd="0" destOrd="0" presId="urn:microsoft.com/office/officeart/2008/layout/LinedList"/>
    <dgm:cxn modelId="{A96E8933-F017-46D0-957A-C17C8242DF62}" type="presParOf" srcId="{F04895E4-8DCF-4FDB-9488-BB47E93F8B40}" destId="{17FDB4BB-0B46-48A5-A2BF-BBC50C3D515D}" srcOrd="1" destOrd="0" presId="urn:microsoft.com/office/officeart/2008/layout/LinedList"/>
    <dgm:cxn modelId="{131B5301-2DA1-4896-AD57-A44C884B8988}" type="presParOf" srcId="{AED89E0B-408C-4D52-9EF3-52F24A76EE3B}" destId="{57E642E7-2F72-4337-8614-5272CB5AAFB7}" srcOrd="4" destOrd="0" presId="urn:microsoft.com/office/officeart/2008/layout/LinedList"/>
    <dgm:cxn modelId="{43AAD3EC-C434-45C0-B2E5-925006743F5A}" type="presParOf" srcId="{AED89E0B-408C-4D52-9EF3-52F24A76EE3B}" destId="{B1D528CC-670A-4959-9518-AAC8F87DE0BC}" srcOrd="5" destOrd="0" presId="urn:microsoft.com/office/officeart/2008/layout/LinedList"/>
    <dgm:cxn modelId="{319DAB6F-64FD-497C-8CF0-E71330A258D4}" type="presParOf" srcId="{B1D528CC-670A-4959-9518-AAC8F87DE0BC}" destId="{CA854B5D-1EBE-4899-B614-064CC5FCB9A1}" srcOrd="0" destOrd="0" presId="urn:microsoft.com/office/officeart/2008/layout/LinedList"/>
    <dgm:cxn modelId="{5309837B-8944-4422-88B1-6F0E1E7669B8}" type="presParOf" srcId="{B1D528CC-670A-4959-9518-AAC8F87DE0BC}" destId="{79EEFDF5-D99E-4F5D-92E8-AB303AEC3DE0}" srcOrd="1" destOrd="0" presId="urn:microsoft.com/office/officeart/2008/layout/LinedList"/>
    <dgm:cxn modelId="{84C6F2C0-D245-4C33-90F4-C61D7AA0C986}" type="presParOf" srcId="{AED89E0B-408C-4D52-9EF3-52F24A76EE3B}" destId="{22BC0BF3-069B-42BF-9E90-7CF3C49AE499}" srcOrd="6" destOrd="0" presId="urn:microsoft.com/office/officeart/2008/layout/LinedList"/>
    <dgm:cxn modelId="{76A0AC96-8B97-4A50-9D85-AD04DBF51FD8}" type="presParOf" srcId="{AED89E0B-408C-4D52-9EF3-52F24A76EE3B}" destId="{138EE8B5-E21A-4766-B5CA-BFF7EA43998F}" srcOrd="7" destOrd="0" presId="urn:microsoft.com/office/officeart/2008/layout/LinedList"/>
    <dgm:cxn modelId="{FFCDE3E9-9AC0-49DB-8000-BFF4F5B16D57}" type="presParOf" srcId="{138EE8B5-E21A-4766-B5CA-BFF7EA43998F}" destId="{04AAD745-4D28-44A6-AC1C-4F5E7FEA6A40}" srcOrd="0" destOrd="0" presId="urn:microsoft.com/office/officeart/2008/layout/LinedList"/>
    <dgm:cxn modelId="{FC327AAE-49B8-4DD5-8369-66C5A11BDF6F}" type="presParOf" srcId="{138EE8B5-E21A-4766-B5CA-BFF7EA43998F}" destId="{21CD2CF0-A9C1-43D5-ACA6-2B7FA508835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95493D-774F-4095-A429-65AA20C4CD1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C711CBF2-620B-40D9-9060-B36DA2B6F8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data analyzed was the Fitbit Fitness Tracker Data published on Kaggle by Mobius, originating from the </a:t>
          </a:r>
          <a:r>
            <a:rPr lang="en-US" dirty="0" err="1"/>
            <a:t>Furberg</a:t>
          </a:r>
          <a:r>
            <a:rPr lang="en-US" dirty="0"/>
            <a:t> et al. dataset covering March – May 2016 across two exports.</a:t>
          </a:r>
        </a:p>
      </dgm:t>
    </dgm:pt>
    <dgm:pt modelId="{A2C3AAA9-AAD7-403C-A44E-ED0A153F5452}" type="parTrans" cxnId="{8DB7B757-B665-4A8C-AE31-94B2FFDE336A}">
      <dgm:prSet/>
      <dgm:spPr/>
      <dgm:t>
        <a:bodyPr/>
        <a:lstStyle/>
        <a:p>
          <a:endParaRPr lang="en-US"/>
        </a:p>
      </dgm:t>
    </dgm:pt>
    <dgm:pt modelId="{AE89E549-919D-46C5-B5B7-F74E0FCD2CA9}" type="sibTrans" cxnId="{8DB7B757-B665-4A8C-AE31-94B2FFDE336A}">
      <dgm:prSet/>
      <dgm:spPr/>
      <dgm:t>
        <a:bodyPr/>
        <a:lstStyle/>
        <a:p>
          <a:endParaRPr lang="en-US"/>
        </a:p>
      </dgm:t>
    </dgm:pt>
    <dgm:pt modelId="{1A9E8381-79CC-4861-BE0C-E8FEEC4A01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Combined and cleaned Daily Activity from both exports: 1,373 participant-day records and 35 distinct participant IDs.</a:t>
          </a:r>
        </a:p>
      </dgm:t>
    </dgm:pt>
    <dgm:pt modelId="{05F3B9DE-C0CD-4111-AAFA-0BCF3A5887ED}" type="parTrans" cxnId="{E837E772-D261-4A42-82BB-4EA73A6C6065}">
      <dgm:prSet/>
      <dgm:spPr/>
      <dgm:t>
        <a:bodyPr/>
        <a:lstStyle/>
        <a:p>
          <a:endParaRPr lang="en-US"/>
        </a:p>
      </dgm:t>
    </dgm:pt>
    <dgm:pt modelId="{50534425-300D-471E-99EA-DA404E7A7191}" type="sibTrans" cxnId="{E837E772-D261-4A42-82BB-4EA73A6C6065}">
      <dgm:prSet/>
      <dgm:spPr/>
      <dgm:t>
        <a:bodyPr/>
        <a:lstStyle/>
        <a:p>
          <a:endParaRPr lang="en-US"/>
        </a:p>
      </dgm:t>
    </dgm:pt>
    <dgm:pt modelId="{FE1B8DE9-D1DB-4167-A09A-A228EBD015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Combined and cleaned minute-level sleep data, reconstructed into 1,007 sleep sessions</a:t>
          </a:r>
        </a:p>
      </dgm:t>
    </dgm:pt>
    <dgm:pt modelId="{5F7A190D-0C71-4B64-8789-AE1A36DCCBF2}" type="parTrans" cxnId="{E4C60539-F6B8-4106-9ED9-B3647B6F1E07}">
      <dgm:prSet/>
      <dgm:spPr/>
      <dgm:t>
        <a:bodyPr/>
        <a:lstStyle/>
        <a:p>
          <a:endParaRPr lang="en-US"/>
        </a:p>
      </dgm:t>
    </dgm:pt>
    <dgm:pt modelId="{FAD82BDB-3379-482C-B1A5-ACC163EF6F68}" type="sibTrans" cxnId="{E4C60539-F6B8-4106-9ED9-B3647B6F1E07}">
      <dgm:prSet/>
      <dgm:spPr/>
      <dgm:t>
        <a:bodyPr/>
        <a:lstStyle/>
        <a:p>
          <a:endParaRPr lang="en-US"/>
        </a:p>
      </dgm:t>
    </dgm:pt>
    <dgm:pt modelId="{A44E6DEB-16C8-4DAA-BACC-590A98D2B767}" type="pres">
      <dgm:prSet presAssocID="{9295493D-774F-4095-A429-65AA20C4CD19}" presName="root" presStyleCnt="0">
        <dgm:presLayoutVars>
          <dgm:dir/>
          <dgm:resizeHandles val="exact"/>
        </dgm:presLayoutVars>
      </dgm:prSet>
      <dgm:spPr/>
    </dgm:pt>
    <dgm:pt modelId="{9E1CB026-117D-4D8E-9F93-40AC9C674C7E}" type="pres">
      <dgm:prSet presAssocID="{C711CBF2-620B-40D9-9060-B36DA2B6F84C}" presName="compNode" presStyleCnt="0"/>
      <dgm:spPr/>
    </dgm:pt>
    <dgm:pt modelId="{44D8B8DC-15DE-4343-98FE-0AF0F3F27735}" type="pres">
      <dgm:prSet presAssocID="{C711CBF2-620B-40D9-9060-B36DA2B6F84C}" presName="bgRect" presStyleLbl="bgShp" presStyleIdx="0" presStyleCnt="3"/>
      <dgm:spPr/>
    </dgm:pt>
    <dgm:pt modelId="{1E09141F-F2E1-4961-813E-1B958740F0CB}" type="pres">
      <dgm:prSet presAssocID="{C711CBF2-620B-40D9-9060-B36DA2B6F84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E4DC9CCC-FC09-4443-BF18-9AA0962F8038}" type="pres">
      <dgm:prSet presAssocID="{C711CBF2-620B-40D9-9060-B36DA2B6F84C}" presName="spaceRect" presStyleCnt="0"/>
      <dgm:spPr/>
    </dgm:pt>
    <dgm:pt modelId="{DA076607-2D28-4473-AA15-409F23353F32}" type="pres">
      <dgm:prSet presAssocID="{C711CBF2-620B-40D9-9060-B36DA2B6F84C}" presName="parTx" presStyleLbl="revTx" presStyleIdx="0" presStyleCnt="3">
        <dgm:presLayoutVars>
          <dgm:chMax val="0"/>
          <dgm:chPref val="0"/>
        </dgm:presLayoutVars>
      </dgm:prSet>
      <dgm:spPr/>
    </dgm:pt>
    <dgm:pt modelId="{2D64A1AA-6AFF-46E4-A7A1-65D1BB2590A2}" type="pres">
      <dgm:prSet presAssocID="{AE89E549-919D-46C5-B5B7-F74E0FCD2CA9}" presName="sibTrans" presStyleCnt="0"/>
      <dgm:spPr/>
    </dgm:pt>
    <dgm:pt modelId="{52BC4E36-5A30-4D6B-BC09-77B9F790C219}" type="pres">
      <dgm:prSet presAssocID="{1A9E8381-79CC-4861-BE0C-E8FEEC4A01F6}" presName="compNode" presStyleCnt="0"/>
      <dgm:spPr/>
    </dgm:pt>
    <dgm:pt modelId="{EC2733EF-E0D6-40B4-B1DD-EDA40E0E05D0}" type="pres">
      <dgm:prSet presAssocID="{1A9E8381-79CC-4861-BE0C-E8FEEC4A01F6}" presName="bgRect" presStyleLbl="bgShp" presStyleIdx="1" presStyleCnt="3"/>
      <dgm:spPr/>
    </dgm:pt>
    <dgm:pt modelId="{DCB485BB-D245-48C9-8D77-D6D0973692ED}" type="pres">
      <dgm:prSet presAssocID="{1A9E8381-79CC-4861-BE0C-E8FEEC4A01F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11BAD10-5479-41E6-8E3E-20C05195FD81}" type="pres">
      <dgm:prSet presAssocID="{1A9E8381-79CC-4861-BE0C-E8FEEC4A01F6}" presName="spaceRect" presStyleCnt="0"/>
      <dgm:spPr/>
    </dgm:pt>
    <dgm:pt modelId="{3224C222-F6A0-4A89-AD3E-E84E7B6AF611}" type="pres">
      <dgm:prSet presAssocID="{1A9E8381-79CC-4861-BE0C-E8FEEC4A01F6}" presName="parTx" presStyleLbl="revTx" presStyleIdx="1" presStyleCnt="3">
        <dgm:presLayoutVars>
          <dgm:chMax val="0"/>
          <dgm:chPref val="0"/>
        </dgm:presLayoutVars>
      </dgm:prSet>
      <dgm:spPr/>
    </dgm:pt>
    <dgm:pt modelId="{3B7A2A95-FBDF-4F00-9C7C-B9F43CBEDE01}" type="pres">
      <dgm:prSet presAssocID="{50534425-300D-471E-99EA-DA404E7A7191}" presName="sibTrans" presStyleCnt="0"/>
      <dgm:spPr/>
    </dgm:pt>
    <dgm:pt modelId="{1E6A6F3C-7AB8-4D1C-9C1C-55D9AECA037C}" type="pres">
      <dgm:prSet presAssocID="{FE1B8DE9-D1DB-4167-A09A-A228EBD01540}" presName="compNode" presStyleCnt="0"/>
      <dgm:spPr/>
    </dgm:pt>
    <dgm:pt modelId="{EA0E1657-73C7-46DD-A357-B13F23973440}" type="pres">
      <dgm:prSet presAssocID="{FE1B8DE9-D1DB-4167-A09A-A228EBD01540}" presName="bgRect" presStyleLbl="bgShp" presStyleIdx="2" presStyleCnt="3"/>
      <dgm:spPr/>
    </dgm:pt>
    <dgm:pt modelId="{77747CC1-0539-4A20-A98F-873256E668C0}" type="pres">
      <dgm:prSet presAssocID="{FE1B8DE9-D1DB-4167-A09A-A228EBD0154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on and stars"/>
        </a:ext>
      </dgm:extLst>
    </dgm:pt>
    <dgm:pt modelId="{DCCD4F09-370B-4F1F-9B62-8BBABD08A748}" type="pres">
      <dgm:prSet presAssocID="{FE1B8DE9-D1DB-4167-A09A-A228EBD01540}" presName="spaceRect" presStyleCnt="0"/>
      <dgm:spPr/>
    </dgm:pt>
    <dgm:pt modelId="{3CB5F65B-AA2D-4319-99D0-BBF687AB08E7}" type="pres">
      <dgm:prSet presAssocID="{FE1B8DE9-D1DB-4167-A09A-A228EBD0154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D16611C-3633-465F-BFA8-3948489946A3}" type="presOf" srcId="{9295493D-774F-4095-A429-65AA20C4CD19}" destId="{A44E6DEB-16C8-4DAA-BACC-590A98D2B767}" srcOrd="0" destOrd="0" presId="urn:microsoft.com/office/officeart/2018/2/layout/IconVerticalSolidList"/>
    <dgm:cxn modelId="{E4C60539-F6B8-4106-9ED9-B3647B6F1E07}" srcId="{9295493D-774F-4095-A429-65AA20C4CD19}" destId="{FE1B8DE9-D1DB-4167-A09A-A228EBD01540}" srcOrd="2" destOrd="0" parTransId="{5F7A190D-0C71-4B64-8789-AE1A36DCCBF2}" sibTransId="{FAD82BDB-3379-482C-B1A5-ACC163EF6F68}"/>
    <dgm:cxn modelId="{FB58225B-DD78-44C4-AC84-B92B23805254}" type="presOf" srcId="{C711CBF2-620B-40D9-9060-B36DA2B6F84C}" destId="{DA076607-2D28-4473-AA15-409F23353F32}" srcOrd="0" destOrd="0" presId="urn:microsoft.com/office/officeart/2018/2/layout/IconVerticalSolidList"/>
    <dgm:cxn modelId="{E837E772-D261-4A42-82BB-4EA73A6C6065}" srcId="{9295493D-774F-4095-A429-65AA20C4CD19}" destId="{1A9E8381-79CC-4861-BE0C-E8FEEC4A01F6}" srcOrd="1" destOrd="0" parTransId="{05F3B9DE-C0CD-4111-AAFA-0BCF3A5887ED}" sibTransId="{50534425-300D-471E-99EA-DA404E7A7191}"/>
    <dgm:cxn modelId="{8DB7B757-B665-4A8C-AE31-94B2FFDE336A}" srcId="{9295493D-774F-4095-A429-65AA20C4CD19}" destId="{C711CBF2-620B-40D9-9060-B36DA2B6F84C}" srcOrd="0" destOrd="0" parTransId="{A2C3AAA9-AAD7-403C-A44E-ED0A153F5452}" sibTransId="{AE89E549-919D-46C5-B5B7-F74E0FCD2CA9}"/>
    <dgm:cxn modelId="{C60D43C7-725C-44DB-AD91-680CFF6E037E}" type="presOf" srcId="{FE1B8DE9-D1DB-4167-A09A-A228EBD01540}" destId="{3CB5F65B-AA2D-4319-99D0-BBF687AB08E7}" srcOrd="0" destOrd="0" presId="urn:microsoft.com/office/officeart/2018/2/layout/IconVerticalSolidList"/>
    <dgm:cxn modelId="{924973FC-81C4-4652-A4E3-098276F6ACAC}" type="presOf" srcId="{1A9E8381-79CC-4861-BE0C-E8FEEC4A01F6}" destId="{3224C222-F6A0-4A89-AD3E-E84E7B6AF611}" srcOrd="0" destOrd="0" presId="urn:microsoft.com/office/officeart/2018/2/layout/IconVerticalSolidList"/>
    <dgm:cxn modelId="{35E25BC7-DBD0-4303-91FA-9F2B37A129AA}" type="presParOf" srcId="{A44E6DEB-16C8-4DAA-BACC-590A98D2B767}" destId="{9E1CB026-117D-4D8E-9F93-40AC9C674C7E}" srcOrd="0" destOrd="0" presId="urn:microsoft.com/office/officeart/2018/2/layout/IconVerticalSolidList"/>
    <dgm:cxn modelId="{800E5433-A53F-4B39-AE39-D37BFA1B9352}" type="presParOf" srcId="{9E1CB026-117D-4D8E-9F93-40AC9C674C7E}" destId="{44D8B8DC-15DE-4343-98FE-0AF0F3F27735}" srcOrd="0" destOrd="0" presId="urn:microsoft.com/office/officeart/2018/2/layout/IconVerticalSolidList"/>
    <dgm:cxn modelId="{0B09A13F-CEBC-4AD9-9F20-B24A2AEAB98D}" type="presParOf" srcId="{9E1CB026-117D-4D8E-9F93-40AC9C674C7E}" destId="{1E09141F-F2E1-4961-813E-1B958740F0CB}" srcOrd="1" destOrd="0" presId="urn:microsoft.com/office/officeart/2018/2/layout/IconVerticalSolidList"/>
    <dgm:cxn modelId="{3B0AB267-FB03-4ED5-853A-D3C912F7A531}" type="presParOf" srcId="{9E1CB026-117D-4D8E-9F93-40AC9C674C7E}" destId="{E4DC9CCC-FC09-4443-BF18-9AA0962F8038}" srcOrd="2" destOrd="0" presId="urn:microsoft.com/office/officeart/2018/2/layout/IconVerticalSolidList"/>
    <dgm:cxn modelId="{CCC63B1C-4E80-49C8-9A13-965173542F43}" type="presParOf" srcId="{9E1CB026-117D-4D8E-9F93-40AC9C674C7E}" destId="{DA076607-2D28-4473-AA15-409F23353F32}" srcOrd="3" destOrd="0" presId="urn:microsoft.com/office/officeart/2018/2/layout/IconVerticalSolidList"/>
    <dgm:cxn modelId="{2828C7F2-9152-4E6C-9589-5EEC82096673}" type="presParOf" srcId="{A44E6DEB-16C8-4DAA-BACC-590A98D2B767}" destId="{2D64A1AA-6AFF-46E4-A7A1-65D1BB2590A2}" srcOrd="1" destOrd="0" presId="urn:microsoft.com/office/officeart/2018/2/layout/IconVerticalSolidList"/>
    <dgm:cxn modelId="{88465521-C85E-46A8-8C4F-E95630D3E0E5}" type="presParOf" srcId="{A44E6DEB-16C8-4DAA-BACC-590A98D2B767}" destId="{52BC4E36-5A30-4D6B-BC09-77B9F790C219}" srcOrd="2" destOrd="0" presId="urn:microsoft.com/office/officeart/2018/2/layout/IconVerticalSolidList"/>
    <dgm:cxn modelId="{6E590385-8E2E-4E3B-9201-67EEE8689AC6}" type="presParOf" srcId="{52BC4E36-5A30-4D6B-BC09-77B9F790C219}" destId="{EC2733EF-E0D6-40B4-B1DD-EDA40E0E05D0}" srcOrd="0" destOrd="0" presId="urn:microsoft.com/office/officeart/2018/2/layout/IconVerticalSolidList"/>
    <dgm:cxn modelId="{C119032E-A2E7-4278-A1C3-1CC747AA1FCD}" type="presParOf" srcId="{52BC4E36-5A30-4D6B-BC09-77B9F790C219}" destId="{DCB485BB-D245-48C9-8D77-D6D0973692ED}" srcOrd="1" destOrd="0" presId="urn:microsoft.com/office/officeart/2018/2/layout/IconVerticalSolidList"/>
    <dgm:cxn modelId="{9FEB23A6-C6D8-4822-B760-519072EED112}" type="presParOf" srcId="{52BC4E36-5A30-4D6B-BC09-77B9F790C219}" destId="{C11BAD10-5479-41E6-8E3E-20C05195FD81}" srcOrd="2" destOrd="0" presId="urn:microsoft.com/office/officeart/2018/2/layout/IconVerticalSolidList"/>
    <dgm:cxn modelId="{FDBDE5F5-D25D-4787-86BE-F7DCE80C8833}" type="presParOf" srcId="{52BC4E36-5A30-4D6B-BC09-77B9F790C219}" destId="{3224C222-F6A0-4A89-AD3E-E84E7B6AF611}" srcOrd="3" destOrd="0" presId="urn:microsoft.com/office/officeart/2018/2/layout/IconVerticalSolidList"/>
    <dgm:cxn modelId="{861D8280-04F5-4020-A446-7D84A4CC3FD8}" type="presParOf" srcId="{A44E6DEB-16C8-4DAA-BACC-590A98D2B767}" destId="{3B7A2A95-FBDF-4F00-9C7C-B9F43CBEDE01}" srcOrd="3" destOrd="0" presId="urn:microsoft.com/office/officeart/2018/2/layout/IconVerticalSolidList"/>
    <dgm:cxn modelId="{9E231474-A559-416F-BB64-F1BA56744E4D}" type="presParOf" srcId="{A44E6DEB-16C8-4DAA-BACC-590A98D2B767}" destId="{1E6A6F3C-7AB8-4D1C-9C1C-55D9AECA037C}" srcOrd="4" destOrd="0" presId="urn:microsoft.com/office/officeart/2018/2/layout/IconVerticalSolidList"/>
    <dgm:cxn modelId="{C1D0371D-D3C1-4A7B-8C95-9889626B4DDE}" type="presParOf" srcId="{1E6A6F3C-7AB8-4D1C-9C1C-55D9AECA037C}" destId="{EA0E1657-73C7-46DD-A357-B13F23973440}" srcOrd="0" destOrd="0" presId="urn:microsoft.com/office/officeart/2018/2/layout/IconVerticalSolidList"/>
    <dgm:cxn modelId="{DB422FB0-4C8C-49BE-A557-D53078D3C3CC}" type="presParOf" srcId="{1E6A6F3C-7AB8-4D1C-9C1C-55D9AECA037C}" destId="{77747CC1-0539-4A20-A98F-873256E668C0}" srcOrd="1" destOrd="0" presId="urn:microsoft.com/office/officeart/2018/2/layout/IconVerticalSolidList"/>
    <dgm:cxn modelId="{FE6F264A-62DC-4365-AA15-D4DD65B5B722}" type="presParOf" srcId="{1E6A6F3C-7AB8-4D1C-9C1C-55D9AECA037C}" destId="{DCCD4F09-370B-4F1F-9B62-8BBABD08A748}" srcOrd="2" destOrd="0" presId="urn:microsoft.com/office/officeart/2018/2/layout/IconVerticalSolidList"/>
    <dgm:cxn modelId="{3B5D67C5-B974-429D-B842-32DC2EA30812}" type="presParOf" srcId="{1E6A6F3C-7AB8-4D1C-9C1C-55D9AECA037C}" destId="{3CB5F65B-AA2D-4319-99D0-BBF687AB08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2C996E-E487-4934-9318-D63DE198AC6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2DA5E356-DA94-4D85-BC3B-DDDD18B1A9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Given the substantial amount of recorded sedentary time, </a:t>
          </a:r>
          <a:r>
            <a:rPr lang="en-US" dirty="0" err="1"/>
            <a:t>Bellabeat</a:t>
          </a:r>
          <a:r>
            <a:rPr lang="en-US" dirty="0"/>
            <a:t> could explore marketing messages that emphasize incorporating movement into everyday routines. </a:t>
          </a:r>
        </a:p>
      </dgm:t>
    </dgm:pt>
    <dgm:pt modelId="{A485A71B-56B9-4930-A15A-585EFFB71B83}" type="parTrans" cxnId="{1D7CA2EA-2620-4C15-ADF7-52832C1ADF16}">
      <dgm:prSet/>
      <dgm:spPr/>
      <dgm:t>
        <a:bodyPr/>
        <a:lstStyle/>
        <a:p>
          <a:endParaRPr lang="en-US"/>
        </a:p>
      </dgm:t>
    </dgm:pt>
    <dgm:pt modelId="{3D7FDB57-87A1-4A54-AF4C-1B13E25610AC}" type="sibTrans" cxnId="{1D7CA2EA-2620-4C15-ADF7-52832C1ADF16}">
      <dgm:prSet/>
      <dgm:spPr/>
      <dgm:t>
        <a:bodyPr/>
        <a:lstStyle/>
        <a:p>
          <a:endParaRPr lang="en-US"/>
        </a:p>
      </dgm:t>
    </dgm:pt>
    <dgm:pt modelId="{B15C4AE5-070C-4B4F-B197-F8091499CB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Explore sleep awareness messaging</a:t>
          </a:r>
        </a:p>
      </dgm:t>
    </dgm:pt>
    <dgm:pt modelId="{2DE81F7B-AB11-49E6-9E34-3BE167FA50A2}" type="parTrans" cxnId="{766106E2-094B-43FB-90E2-CC847E4847D6}">
      <dgm:prSet/>
      <dgm:spPr/>
      <dgm:t>
        <a:bodyPr/>
        <a:lstStyle/>
        <a:p>
          <a:endParaRPr lang="en-US"/>
        </a:p>
      </dgm:t>
    </dgm:pt>
    <dgm:pt modelId="{5D84C610-FC3B-47B3-91C4-7B5937A6A242}" type="sibTrans" cxnId="{766106E2-094B-43FB-90E2-CC847E4847D6}">
      <dgm:prSet/>
      <dgm:spPr/>
      <dgm:t>
        <a:bodyPr/>
        <a:lstStyle/>
        <a:p>
          <a:endParaRPr lang="en-US"/>
        </a:p>
      </dgm:t>
    </dgm:pt>
    <dgm:pt modelId="{839037E5-303E-4103-B65F-44BE113E6461}" type="pres">
      <dgm:prSet presAssocID="{BC2C996E-E487-4934-9318-D63DE198AC6E}" presName="root" presStyleCnt="0">
        <dgm:presLayoutVars>
          <dgm:dir/>
          <dgm:resizeHandles val="exact"/>
        </dgm:presLayoutVars>
      </dgm:prSet>
      <dgm:spPr/>
    </dgm:pt>
    <dgm:pt modelId="{B7A0D2C2-DBC3-4739-903C-E7B0F99F8C6E}" type="pres">
      <dgm:prSet presAssocID="{2DA5E356-DA94-4D85-BC3B-DDDD18B1A9A5}" presName="compNode" presStyleCnt="0"/>
      <dgm:spPr/>
    </dgm:pt>
    <dgm:pt modelId="{E259CD18-50F2-4EBD-BF57-2B16EC2624A8}" type="pres">
      <dgm:prSet presAssocID="{2DA5E356-DA94-4D85-BC3B-DDDD18B1A9A5}" presName="bgRect" presStyleLbl="bgShp" presStyleIdx="0" presStyleCnt="2"/>
      <dgm:spPr/>
    </dgm:pt>
    <dgm:pt modelId="{99BBBAFD-1349-46EF-BC10-E02326AADA73}" type="pres">
      <dgm:prSet presAssocID="{2DA5E356-DA94-4D85-BC3B-DDDD18B1A9A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B02887C2-BD95-4493-9E9A-5E73112C6664}" type="pres">
      <dgm:prSet presAssocID="{2DA5E356-DA94-4D85-BC3B-DDDD18B1A9A5}" presName="spaceRect" presStyleCnt="0"/>
      <dgm:spPr/>
    </dgm:pt>
    <dgm:pt modelId="{B9AA3ABE-5AC2-47C5-A4C8-CAD9270447C4}" type="pres">
      <dgm:prSet presAssocID="{2DA5E356-DA94-4D85-BC3B-DDDD18B1A9A5}" presName="parTx" presStyleLbl="revTx" presStyleIdx="0" presStyleCnt="2">
        <dgm:presLayoutVars>
          <dgm:chMax val="0"/>
          <dgm:chPref val="0"/>
        </dgm:presLayoutVars>
      </dgm:prSet>
      <dgm:spPr/>
    </dgm:pt>
    <dgm:pt modelId="{501E595C-0C1D-4572-A3DD-CC7C7F42322C}" type="pres">
      <dgm:prSet presAssocID="{3D7FDB57-87A1-4A54-AF4C-1B13E25610AC}" presName="sibTrans" presStyleCnt="0"/>
      <dgm:spPr/>
    </dgm:pt>
    <dgm:pt modelId="{A2DD8157-53C5-4C02-A766-DF718B7655A7}" type="pres">
      <dgm:prSet presAssocID="{B15C4AE5-070C-4B4F-B197-F8091499CB81}" presName="compNode" presStyleCnt="0"/>
      <dgm:spPr/>
    </dgm:pt>
    <dgm:pt modelId="{8B2645AC-C756-4658-A9BE-0E6A78F2AC6D}" type="pres">
      <dgm:prSet presAssocID="{B15C4AE5-070C-4B4F-B197-F8091499CB81}" presName="bgRect" presStyleLbl="bgShp" presStyleIdx="1" presStyleCnt="2"/>
      <dgm:spPr/>
    </dgm:pt>
    <dgm:pt modelId="{3129D1FD-BE42-483D-91BF-269F44697547}" type="pres">
      <dgm:prSet presAssocID="{B15C4AE5-070C-4B4F-B197-F8091499CB81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leep"/>
        </a:ext>
      </dgm:extLst>
    </dgm:pt>
    <dgm:pt modelId="{5EEFBBC6-4193-4D87-8B46-59857725D47C}" type="pres">
      <dgm:prSet presAssocID="{B15C4AE5-070C-4B4F-B197-F8091499CB81}" presName="spaceRect" presStyleCnt="0"/>
      <dgm:spPr/>
    </dgm:pt>
    <dgm:pt modelId="{62F003C2-0B48-4EFE-97A4-18EF62BC41B8}" type="pres">
      <dgm:prSet presAssocID="{B15C4AE5-070C-4B4F-B197-F8091499CB8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4B3900C-9449-4D2B-8340-F0DB904584F5}" type="presOf" srcId="{2DA5E356-DA94-4D85-BC3B-DDDD18B1A9A5}" destId="{B9AA3ABE-5AC2-47C5-A4C8-CAD9270447C4}" srcOrd="0" destOrd="0" presId="urn:microsoft.com/office/officeart/2018/2/layout/IconVerticalSolidList"/>
    <dgm:cxn modelId="{32B8CF70-38E4-470F-9150-CA70CC73E352}" type="presOf" srcId="{B15C4AE5-070C-4B4F-B197-F8091499CB81}" destId="{62F003C2-0B48-4EFE-97A4-18EF62BC41B8}" srcOrd="0" destOrd="0" presId="urn:microsoft.com/office/officeart/2018/2/layout/IconVerticalSolidList"/>
    <dgm:cxn modelId="{916D4AC0-64EF-493D-97CA-2BB940AF9E29}" type="presOf" srcId="{BC2C996E-E487-4934-9318-D63DE198AC6E}" destId="{839037E5-303E-4103-B65F-44BE113E6461}" srcOrd="0" destOrd="0" presId="urn:microsoft.com/office/officeart/2018/2/layout/IconVerticalSolidList"/>
    <dgm:cxn modelId="{766106E2-094B-43FB-90E2-CC847E4847D6}" srcId="{BC2C996E-E487-4934-9318-D63DE198AC6E}" destId="{B15C4AE5-070C-4B4F-B197-F8091499CB81}" srcOrd="1" destOrd="0" parTransId="{2DE81F7B-AB11-49E6-9E34-3BE167FA50A2}" sibTransId="{5D84C610-FC3B-47B3-91C4-7B5937A6A242}"/>
    <dgm:cxn modelId="{1D7CA2EA-2620-4C15-ADF7-52832C1ADF16}" srcId="{BC2C996E-E487-4934-9318-D63DE198AC6E}" destId="{2DA5E356-DA94-4D85-BC3B-DDDD18B1A9A5}" srcOrd="0" destOrd="0" parTransId="{A485A71B-56B9-4930-A15A-585EFFB71B83}" sibTransId="{3D7FDB57-87A1-4A54-AF4C-1B13E25610AC}"/>
    <dgm:cxn modelId="{BB0B00CB-173B-4494-B1F2-72DFCA1090B1}" type="presParOf" srcId="{839037E5-303E-4103-B65F-44BE113E6461}" destId="{B7A0D2C2-DBC3-4739-903C-E7B0F99F8C6E}" srcOrd="0" destOrd="0" presId="urn:microsoft.com/office/officeart/2018/2/layout/IconVerticalSolidList"/>
    <dgm:cxn modelId="{DEA814AE-E143-41C5-AD7B-4E5D2BACC0AB}" type="presParOf" srcId="{B7A0D2C2-DBC3-4739-903C-E7B0F99F8C6E}" destId="{E259CD18-50F2-4EBD-BF57-2B16EC2624A8}" srcOrd="0" destOrd="0" presId="urn:microsoft.com/office/officeart/2018/2/layout/IconVerticalSolidList"/>
    <dgm:cxn modelId="{6479392E-DCFD-4FAF-8423-8BEB81F1C0F5}" type="presParOf" srcId="{B7A0D2C2-DBC3-4739-903C-E7B0F99F8C6E}" destId="{99BBBAFD-1349-46EF-BC10-E02326AADA73}" srcOrd="1" destOrd="0" presId="urn:microsoft.com/office/officeart/2018/2/layout/IconVerticalSolidList"/>
    <dgm:cxn modelId="{CDD24437-11EA-4FC1-A427-1AEF4618B32D}" type="presParOf" srcId="{B7A0D2C2-DBC3-4739-903C-E7B0F99F8C6E}" destId="{B02887C2-BD95-4493-9E9A-5E73112C6664}" srcOrd="2" destOrd="0" presId="urn:microsoft.com/office/officeart/2018/2/layout/IconVerticalSolidList"/>
    <dgm:cxn modelId="{6877A7CD-6314-41A7-BDA4-E9240234CEBD}" type="presParOf" srcId="{B7A0D2C2-DBC3-4739-903C-E7B0F99F8C6E}" destId="{B9AA3ABE-5AC2-47C5-A4C8-CAD9270447C4}" srcOrd="3" destOrd="0" presId="urn:microsoft.com/office/officeart/2018/2/layout/IconVerticalSolidList"/>
    <dgm:cxn modelId="{01BEFE12-E15E-4D3D-9931-B32B05B36C1E}" type="presParOf" srcId="{839037E5-303E-4103-B65F-44BE113E6461}" destId="{501E595C-0C1D-4572-A3DD-CC7C7F42322C}" srcOrd="1" destOrd="0" presId="urn:microsoft.com/office/officeart/2018/2/layout/IconVerticalSolidList"/>
    <dgm:cxn modelId="{5639692D-FD4E-4944-A339-ED7100082E5A}" type="presParOf" srcId="{839037E5-303E-4103-B65F-44BE113E6461}" destId="{A2DD8157-53C5-4C02-A766-DF718B7655A7}" srcOrd="2" destOrd="0" presId="urn:microsoft.com/office/officeart/2018/2/layout/IconVerticalSolidList"/>
    <dgm:cxn modelId="{80E02C2A-B1A8-487C-BAA7-BB30847159CD}" type="presParOf" srcId="{A2DD8157-53C5-4C02-A766-DF718B7655A7}" destId="{8B2645AC-C756-4658-A9BE-0E6A78F2AC6D}" srcOrd="0" destOrd="0" presId="urn:microsoft.com/office/officeart/2018/2/layout/IconVerticalSolidList"/>
    <dgm:cxn modelId="{B94DE20F-2FD4-4909-A2A9-8B28774789B3}" type="presParOf" srcId="{A2DD8157-53C5-4C02-A766-DF718B7655A7}" destId="{3129D1FD-BE42-483D-91BF-269F44697547}" srcOrd="1" destOrd="0" presId="urn:microsoft.com/office/officeart/2018/2/layout/IconVerticalSolidList"/>
    <dgm:cxn modelId="{3FED6065-C0B3-4277-9811-86375D8AD8D9}" type="presParOf" srcId="{A2DD8157-53C5-4C02-A766-DF718B7655A7}" destId="{5EEFBBC6-4193-4D87-8B46-59857725D47C}" srcOrd="2" destOrd="0" presId="urn:microsoft.com/office/officeart/2018/2/layout/IconVerticalSolidList"/>
    <dgm:cxn modelId="{ACB50DB7-A3D6-418F-A610-FBEDBD77C426}" type="presParOf" srcId="{A2DD8157-53C5-4C02-A766-DF718B7655A7}" destId="{62F003C2-0B48-4EFE-97A4-18EF62BC41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5CCB3AA-DCA1-446F-8DC3-A903ED621C6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801F7373-E5F5-4631-A60B-B5A1B7314F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Evaluate </a:t>
          </a:r>
          <a:r>
            <a:rPr lang="en-US" dirty="0" err="1"/>
            <a:t>Bellabeat</a:t>
          </a:r>
          <a:r>
            <a:rPr lang="en-US" dirty="0"/>
            <a:t> customer data to determine whether similar activity and sleep patterns are present</a:t>
          </a:r>
        </a:p>
      </dgm:t>
    </dgm:pt>
    <dgm:pt modelId="{AA94300C-24D5-4811-A391-7AD99933188F}" type="parTrans" cxnId="{7E6CF6C8-7C5A-448D-87C3-E8DEB14661A5}">
      <dgm:prSet/>
      <dgm:spPr/>
      <dgm:t>
        <a:bodyPr/>
        <a:lstStyle/>
        <a:p>
          <a:endParaRPr lang="en-US"/>
        </a:p>
      </dgm:t>
    </dgm:pt>
    <dgm:pt modelId="{2452FB1F-05E8-43ED-AFC4-8187C036B86B}" type="sibTrans" cxnId="{7E6CF6C8-7C5A-448D-87C3-E8DEB14661A5}">
      <dgm:prSet/>
      <dgm:spPr/>
      <dgm:t>
        <a:bodyPr/>
        <a:lstStyle/>
        <a:p>
          <a:endParaRPr lang="en-US"/>
        </a:p>
      </dgm:t>
    </dgm:pt>
    <dgm:pt modelId="{E70B4AE6-8B04-4A09-BAF2-9B1D83A081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Assess customer interest in everyday movement and sleep awareness messaging</a:t>
          </a:r>
        </a:p>
      </dgm:t>
    </dgm:pt>
    <dgm:pt modelId="{820825C1-3393-48D9-9D3D-2BE6EABF310E}" type="parTrans" cxnId="{7CDC66A2-74AA-4F63-8968-38F7DADAA310}">
      <dgm:prSet/>
      <dgm:spPr/>
      <dgm:t>
        <a:bodyPr/>
        <a:lstStyle/>
        <a:p>
          <a:endParaRPr lang="en-US"/>
        </a:p>
      </dgm:t>
    </dgm:pt>
    <dgm:pt modelId="{F63B0B85-8D53-4A8D-AB87-5174800F5D4A}" type="sibTrans" cxnId="{7CDC66A2-74AA-4F63-8968-38F7DADAA310}">
      <dgm:prSet/>
      <dgm:spPr/>
      <dgm:t>
        <a:bodyPr/>
        <a:lstStyle/>
        <a:p>
          <a:endParaRPr lang="en-US"/>
        </a:p>
      </dgm:t>
    </dgm:pt>
    <dgm:pt modelId="{7B02D07C-38E6-47C3-AABA-B2BBF88FFF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Test potential marketing messages before implementing a broader campaign</a:t>
          </a:r>
        </a:p>
      </dgm:t>
    </dgm:pt>
    <dgm:pt modelId="{5E3A8045-B3B0-4467-926B-B9230C9174D0}" type="parTrans" cxnId="{E7BAE7C8-E73E-40A6-A2AB-BCD2E3EC5E0B}">
      <dgm:prSet/>
      <dgm:spPr/>
      <dgm:t>
        <a:bodyPr/>
        <a:lstStyle/>
        <a:p>
          <a:endParaRPr lang="en-US"/>
        </a:p>
      </dgm:t>
    </dgm:pt>
    <dgm:pt modelId="{E56F1FB5-D984-4541-A2FC-457D5051757C}" type="sibTrans" cxnId="{E7BAE7C8-E73E-40A6-A2AB-BCD2E3EC5E0B}">
      <dgm:prSet/>
      <dgm:spPr/>
      <dgm:t>
        <a:bodyPr/>
        <a:lstStyle/>
        <a:p>
          <a:endParaRPr lang="en-US"/>
        </a:p>
      </dgm:t>
    </dgm:pt>
    <dgm:pt modelId="{331D6BE1-2307-47F6-98B6-F28DDB566C67}" type="pres">
      <dgm:prSet presAssocID="{85CCB3AA-DCA1-446F-8DC3-A903ED621C61}" presName="root" presStyleCnt="0">
        <dgm:presLayoutVars>
          <dgm:dir/>
          <dgm:resizeHandles val="exact"/>
        </dgm:presLayoutVars>
      </dgm:prSet>
      <dgm:spPr/>
    </dgm:pt>
    <dgm:pt modelId="{427AB7EC-496C-42D9-861F-17C40B884692}" type="pres">
      <dgm:prSet presAssocID="{801F7373-E5F5-4631-A60B-B5A1B7314F0C}" presName="compNode" presStyleCnt="0"/>
      <dgm:spPr/>
    </dgm:pt>
    <dgm:pt modelId="{6D03EC9F-7671-4BD8-BB37-A1280EFF5D2E}" type="pres">
      <dgm:prSet presAssocID="{801F7373-E5F5-4631-A60B-B5A1B7314F0C}" presName="bgRect" presStyleLbl="bgShp" presStyleIdx="0" presStyleCnt="3"/>
      <dgm:spPr/>
    </dgm:pt>
    <dgm:pt modelId="{E9BC0EC0-5FF7-419C-A8A5-46789F698585}" type="pres">
      <dgm:prSet presAssocID="{801F7373-E5F5-4631-A60B-B5A1B7314F0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leep"/>
        </a:ext>
      </dgm:extLst>
    </dgm:pt>
    <dgm:pt modelId="{526BCB8F-84DE-4EB9-9657-584A54C57B62}" type="pres">
      <dgm:prSet presAssocID="{801F7373-E5F5-4631-A60B-B5A1B7314F0C}" presName="spaceRect" presStyleCnt="0"/>
      <dgm:spPr/>
    </dgm:pt>
    <dgm:pt modelId="{C4790A52-B293-4D67-8CF6-F501F90D5FA9}" type="pres">
      <dgm:prSet presAssocID="{801F7373-E5F5-4631-A60B-B5A1B7314F0C}" presName="parTx" presStyleLbl="revTx" presStyleIdx="0" presStyleCnt="3">
        <dgm:presLayoutVars>
          <dgm:chMax val="0"/>
          <dgm:chPref val="0"/>
        </dgm:presLayoutVars>
      </dgm:prSet>
      <dgm:spPr/>
    </dgm:pt>
    <dgm:pt modelId="{7484C634-8971-452A-B33F-7A3E28DF088F}" type="pres">
      <dgm:prSet presAssocID="{2452FB1F-05E8-43ED-AFC4-8187C036B86B}" presName="sibTrans" presStyleCnt="0"/>
      <dgm:spPr/>
    </dgm:pt>
    <dgm:pt modelId="{479484ED-7617-4DDD-8E1C-8C9266F51AE9}" type="pres">
      <dgm:prSet presAssocID="{E70B4AE6-8B04-4A09-BAF2-9B1D83A08109}" presName="compNode" presStyleCnt="0"/>
      <dgm:spPr/>
    </dgm:pt>
    <dgm:pt modelId="{DE136954-20ED-4E92-B5ED-67D7269E4AA1}" type="pres">
      <dgm:prSet presAssocID="{E70B4AE6-8B04-4A09-BAF2-9B1D83A08109}" presName="bgRect" presStyleLbl="bgShp" presStyleIdx="1" presStyleCnt="3"/>
      <dgm:spPr/>
    </dgm:pt>
    <dgm:pt modelId="{D6063C40-212B-4702-81A8-89405BB4F332}" type="pres">
      <dgm:prSet presAssocID="{E70B4AE6-8B04-4A09-BAF2-9B1D83A0810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DF143C84-DC43-43EC-B1DA-981EF6C3E2E9}" type="pres">
      <dgm:prSet presAssocID="{E70B4AE6-8B04-4A09-BAF2-9B1D83A08109}" presName="spaceRect" presStyleCnt="0"/>
      <dgm:spPr/>
    </dgm:pt>
    <dgm:pt modelId="{B72BA572-4366-4A85-80F4-7193854911A7}" type="pres">
      <dgm:prSet presAssocID="{E70B4AE6-8B04-4A09-BAF2-9B1D83A08109}" presName="parTx" presStyleLbl="revTx" presStyleIdx="1" presStyleCnt="3">
        <dgm:presLayoutVars>
          <dgm:chMax val="0"/>
          <dgm:chPref val="0"/>
        </dgm:presLayoutVars>
      </dgm:prSet>
      <dgm:spPr/>
    </dgm:pt>
    <dgm:pt modelId="{A2666B05-4BF3-4C36-B315-64B812B8E455}" type="pres">
      <dgm:prSet presAssocID="{F63B0B85-8D53-4A8D-AB87-5174800F5D4A}" presName="sibTrans" presStyleCnt="0"/>
      <dgm:spPr/>
    </dgm:pt>
    <dgm:pt modelId="{E8F4F8F5-362E-4398-8241-ECEADFAC77D2}" type="pres">
      <dgm:prSet presAssocID="{7B02D07C-38E6-47C3-AABA-B2BBF88FFFDC}" presName="compNode" presStyleCnt="0"/>
      <dgm:spPr/>
    </dgm:pt>
    <dgm:pt modelId="{D1E7BCCE-A7D2-40DF-815A-4A1406F948E8}" type="pres">
      <dgm:prSet presAssocID="{7B02D07C-38E6-47C3-AABA-B2BBF88FFFDC}" presName="bgRect" presStyleLbl="bgShp" presStyleIdx="2" presStyleCnt="3"/>
      <dgm:spPr/>
    </dgm:pt>
    <dgm:pt modelId="{EF7BD49A-CEB5-45F5-9DBE-289C6D303D94}" type="pres">
      <dgm:prSet presAssocID="{7B02D07C-38E6-47C3-AABA-B2BBF88FFFD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52C256A-0312-48DC-AD6F-8E1875ED315F}" type="pres">
      <dgm:prSet presAssocID="{7B02D07C-38E6-47C3-AABA-B2BBF88FFFDC}" presName="spaceRect" presStyleCnt="0"/>
      <dgm:spPr/>
    </dgm:pt>
    <dgm:pt modelId="{375524D0-8405-41FA-A830-2F4EE0D094B3}" type="pres">
      <dgm:prSet presAssocID="{7B02D07C-38E6-47C3-AABA-B2BBF88FFFD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8A0C92D-592B-45A9-8241-4318A54B87D1}" type="presOf" srcId="{85CCB3AA-DCA1-446F-8DC3-A903ED621C61}" destId="{331D6BE1-2307-47F6-98B6-F28DDB566C67}" srcOrd="0" destOrd="0" presId="urn:microsoft.com/office/officeart/2018/2/layout/IconVerticalSolidList"/>
    <dgm:cxn modelId="{4B74B548-68DA-4A16-85D7-00310F0489FC}" type="presOf" srcId="{801F7373-E5F5-4631-A60B-B5A1B7314F0C}" destId="{C4790A52-B293-4D67-8CF6-F501F90D5FA9}" srcOrd="0" destOrd="0" presId="urn:microsoft.com/office/officeart/2018/2/layout/IconVerticalSolidList"/>
    <dgm:cxn modelId="{9B6E7E73-791D-4D5C-B083-4E345B549DCC}" type="presOf" srcId="{7B02D07C-38E6-47C3-AABA-B2BBF88FFFDC}" destId="{375524D0-8405-41FA-A830-2F4EE0D094B3}" srcOrd="0" destOrd="0" presId="urn:microsoft.com/office/officeart/2018/2/layout/IconVerticalSolidList"/>
    <dgm:cxn modelId="{7CDC66A2-74AA-4F63-8968-38F7DADAA310}" srcId="{85CCB3AA-DCA1-446F-8DC3-A903ED621C61}" destId="{E70B4AE6-8B04-4A09-BAF2-9B1D83A08109}" srcOrd="1" destOrd="0" parTransId="{820825C1-3393-48D9-9D3D-2BE6EABF310E}" sibTransId="{F63B0B85-8D53-4A8D-AB87-5174800F5D4A}"/>
    <dgm:cxn modelId="{A088E2C4-18BC-4F59-8E60-394399D2E069}" type="presOf" srcId="{E70B4AE6-8B04-4A09-BAF2-9B1D83A08109}" destId="{B72BA572-4366-4A85-80F4-7193854911A7}" srcOrd="0" destOrd="0" presId="urn:microsoft.com/office/officeart/2018/2/layout/IconVerticalSolidList"/>
    <dgm:cxn modelId="{E7BAE7C8-E73E-40A6-A2AB-BCD2E3EC5E0B}" srcId="{85CCB3AA-DCA1-446F-8DC3-A903ED621C61}" destId="{7B02D07C-38E6-47C3-AABA-B2BBF88FFFDC}" srcOrd="2" destOrd="0" parTransId="{5E3A8045-B3B0-4467-926B-B9230C9174D0}" sibTransId="{E56F1FB5-D984-4541-A2FC-457D5051757C}"/>
    <dgm:cxn modelId="{7E6CF6C8-7C5A-448D-87C3-E8DEB14661A5}" srcId="{85CCB3AA-DCA1-446F-8DC3-A903ED621C61}" destId="{801F7373-E5F5-4631-A60B-B5A1B7314F0C}" srcOrd="0" destOrd="0" parTransId="{AA94300C-24D5-4811-A391-7AD99933188F}" sibTransId="{2452FB1F-05E8-43ED-AFC4-8187C036B86B}"/>
    <dgm:cxn modelId="{733B35A6-4302-42B7-8344-30E04FF23B26}" type="presParOf" srcId="{331D6BE1-2307-47F6-98B6-F28DDB566C67}" destId="{427AB7EC-496C-42D9-861F-17C40B884692}" srcOrd="0" destOrd="0" presId="urn:microsoft.com/office/officeart/2018/2/layout/IconVerticalSolidList"/>
    <dgm:cxn modelId="{5B5CAF93-9CC1-4979-9F7E-C680A7F42B74}" type="presParOf" srcId="{427AB7EC-496C-42D9-861F-17C40B884692}" destId="{6D03EC9F-7671-4BD8-BB37-A1280EFF5D2E}" srcOrd="0" destOrd="0" presId="urn:microsoft.com/office/officeart/2018/2/layout/IconVerticalSolidList"/>
    <dgm:cxn modelId="{18B14855-D6F9-4CD9-891C-42123E1E561D}" type="presParOf" srcId="{427AB7EC-496C-42D9-861F-17C40B884692}" destId="{E9BC0EC0-5FF7-419C-A8A5-46789F698585}" srcOrd="1" destOrd="0" presId="urn:microsoft.com/office/officeart/2018/2/layout/IconVerticalSolidList"/>
    <dgm:cxn modelId="{EA43C1DE-A5FC-4AB0-9EA3-65A30084D9D0}" type="presParOf" srcId="{427AB7EC-496C-42D9-861F-17C40B884692}" destId="{526BCB8F-84DE-4EB9-9657-584A54C57B62}" srcOrd="2" destOrd="0" presId="urn:microsoft.com/office/officeart/2018/2/layout/IconVerticalSolidList"/>
    <dgm:cxn modelId="{3010EAE3-F810-41CB-A175-8D3E3CDA118C}" type="presParOf" srcId="{427AB7EC-496C-42D9-861F-17C40B884692}" destId="{C4790A52-B293-4D67-8CF6-F501F90D5FA9}" srcOrd="3" destOrd="0" presId="urn:microsoft.com/office/officeart/2018/2/layout/IconVerticalSolidList"/>
    <dgm:cxn modelId="{0939BBB4-DD90-4C0B-8C9B-2CBEAA53357D}" type="presParOf" srcId="{331D6BE1-2307-47F6-98B6-F28DDB566C67}" destId="{7484C634-8971-452A-B33F-7A3E28DF088F}" srcOrd="1" destOrd="0" presId="urn:microsoft.com/office/officeart/2018/2/layout/IconVerticalSolidList"/>
    <dgm:cxn modelId="{155D8B25-CCD4-458D-9693-48BB4F6F53D3}" type="presParOf" srcId="{331D6BE1-2307-47F6-98B6-F28DDB566C67}" destId="{479484ED-7617-4DDD-8E1C-8C9266F51AE9}" srcOrd="2" destOrd="0" presId="urn:microsoft.com/office/officeart/2018/2/layout/IconVerticalSolidList"/>
    <dgm:cxn modelId="{DCEEAD30-78C6-4A01-BD02-2CC8B102B596}" type="presParOf" srcId="{479484ED-7617-4DDD-8E1C-8C9266F51AE9}" destId="{DE136954-20ED-4E92-B5ED-67D7269E4AA1}" srcOrd="0" destOrd="0" presId="urn:microsoft.com/office/officeart/2018/2/layout/IconVerticalSolidList"/>
    <dgm:cxn modelId="{34D0C903-8925-45C0-BAE7-1C4452A315DC}" type="presParOf" srcId="{479484ED-7617-4DDD-8E1C-8C9266F51AE9}" destId="{D6063C40-212B-4702-81A8-89405BB4F332}" srcOrd="1" destOrd="0" presId="urn:microsoft.com/office/officeart/2018/2/layout/IconVerticalSolidList"/>
    <dgm:cxn modelId="{F233370C-B56D-4349-95C6-B482CC0845CA}" type="presParOf" srcId="{479484ED-7617-4DDD-8E1C-8C9266F51AE9}" destId="{DF143C84-DC43-43EC-B1DA-981EF6C3E2E9}" srcOrd="2" destOrd="0" presId="urn:microsoft.com/office/officeart/2018/2/layout/IconVerticalSolidList"/>
    <dgm:cxn modelId="{B1BAE932-9E8A-477A-B961-40E148155050}" type="presParOf" srcId="{479484ED-7617-4DDD-8E1C-8C9266F51AE9}" destId="{B72BA572-4366-4A85-80F4-7193854911A7}" srcOrd="3" destOrd="0" presId="urn:microsoft.com/office/officeart/2018/2/layout/IconVerticalSolidList"/>
    <dgm:cxn modelId="{74072A1E-510F-42EE-B9EA-9DA8055BD4F6}" type="presParOf" srcId="{331D6BE1-2307-47F6-98B6-F28DDB566C67}" destId="{A2666B05-4BF3-4C36-B315-64B812B8E455}" srcOrd="3" destOrd="0" presId="urn:microsoft.com/office/officeart/2018/2/layout/IconVerticalSolidList"/>
    <dgm:cxn modelId="{21586544-719E-457F-93C1-159596A95F88}" type="presParOf" srcId="{331D6BE1-2307-47F6-98B6-F28DDB566C67}" destId="{E8F4F8F5-362E-4398-8241-ECEADFAC77D2}" srcOrd="4" destOrd="0" presId="urn:microsoft.com/office/officeart/2018/2/layout/IconVerticalSolidList"/>
    <dgm:cxn modelId="{B6D1D86F-6627-42E0-9CC5-8C0D53569E80}" type="presParOf" srcId="{E8F4F8F5-362E-4398-8241-ECEADFAC77D2}" destId="{D1E7BCCE-A7D2-40DF-815A-4A1406F948E8}" srcOrd="0" destOrd="0" presId="urn:microsoft.com/office/officeart/2018/2/layout/IconVerticalSolidList"/>
    <dgm:cxn modelId="{6C58BDF8-3414-4CF2-8D0E-B79B49E666BD}" type="presParOf" srcId="{E8F4F8F5-362E-4398-8241-ECEADFAC77D2}" destId="{EF7BD49A-CEB5-45F5-9DBE-289C6D303D94}" srcOrd="1" destOrd="0" presId="urn:microsoft.com/office/officeart/2018/2/layout/IconVerticalSolidList"/>
    <dgm:cxn modelId="{6488B768-8753-4784-B599-901567A95278}" type="presParOf" srcId="{E8F4F8F5-362E-4398-8241-ECEADFAC77D2}" destId="{952C256A-0312-48DC-AD6F-8E1875ED315F}" srcOrd="2" destOrd="0" presId="urn:microsoft.com/office/officeart/2018/2/layout/IconVerticalSolidList"/>
    <dgm:cxn modelId="{94A761E5-710A-4816-8CCB-2FB9B4467B79}" type="presParOf" srcId="{E8F4F8F5-362E-4398-8241-ECEADFAC77D2}" destId="{375524D0-8405-41FA-A830-2F4EE0D094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80FC4C-FB62-41F5-A9E2-EBBBF36DB2FB}">
      <dsp:nvSpPr>
        <dsp:cNvPr id="0" name=""/>
        <dsp:cNvSpPr/>
      </dsp:nvSpPr>
      <dsp:spPr>
        <a:xfrm>
          <a:off x="0" y="0"/>
          <a:ext cx="77942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8876B-B1F0-4C00-B57F-8238FA8BB048}">
      <dsp:nvSpPr>
        <dsp:cNvPr id="0" name=""/>
        <dsp:cNvSpPr/>
      </dsp:nvSpPr>
      <dsp:spPr>
        <a:xfrm>
          <a:off x="0" y="0"/>
          <a:ext cx="7794231" cy="1289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Project Overview &amp; Goals</a:t>
          </a:r>
        </a:p>
      </dsp:txBody>
      <dsp:txXfrm>
        <a:off x="0" y="0"/>
        <a:ext cx="7794231" cy="1289338"/>
      </dsp:txXfrm>
    </dsp:sp>
    <dsp:sp modelId="{7466486D-6803-4FE5-B307-29B0482C8051}">
      <dsp:nvSpPr>
        <dsp:cNvPr id="0" name=""/>
        <dsp:cNvSpPr/>
      </dsp:nvSpPr>
      <dsp:spPr>
        <a:xfrm>
          <a:off x="0" y="1289338"/>
          <a:ext cx="77942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9283FE-7CDA-4D9A-A87F-88CC611C0966}">
      <dsp:nvSpPr>
        <dsp:cNvPr id="0" name=""/>
        <dsp:cNvSpPr/>
      </dsp:nvSpPr>
      <dsp:spPr>
        <a:xfrm>
          <a:off x="0" y="1289338"/>
          <a:ext cx="7794231" cy="1289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Data &amp; Analysis</a:t>
          </a:r>
        </a:p>
      </dsp:txBody>
      <dsp:txXfrm>
        <a:off x="0" y="1289338"/>
        <a:ext cx="7794231" cy="1289338"/>
      </dsp:txXfrm>
    </dsp:sp>
    <dsp:sp modelId="{57E642E7-2F72-4337-8614-5272CB5AAFB7}">
      <dsp:nvSpPr>
        <dsp:cNvPr id="0" name=""/>
        <dsp:cNvSpPr/>
      </dsp:nvSpPr>
      <dsp:spPr>
        <a:xfrm>
          <a:off x="0" y="2578677"/>
          <a:ext cx="77942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854B5D-1EBE-4899-B614-064CC5FCB9A1}">
      <dsp:nvSpPr>
        <dsp:cNvPr id="0" name=""/>
        <dsp:cNvSpPr/>
      </dsp:nvSpPr>
      <dsp:spPr>
        <a:xfrm>
          <a:off x="0" y="2578677"/>
          <a:ext cx="7794231" cy="1289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Recommendations</a:t>
          </a:r>
        </a:p>
      </dsp:txBody>
      <dsp:txXfrm>
        <a:off x="0" y="2578677"/>
        <a:ext cx="7794231" cy="1289338"/>
      </dsp:txXfrm>
    </dsp:sp>
    <dsp:sp modelId="{22BC0BF3-069B-42BF-9E90-7CF3C49AE499}">
      <dsp:nvSpPr>
        <dsp:cNvPr id="0" name=""/>
        <dsp:cNvSpPr/>
      </dsp:nvSpPr>
      <dsp:spPr>
        <a:xfrm>
          <a:off x="0" y="3868016"/>
          <a:ext cx="77942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AAD745-4D28-44A6-AC1C-4F5E7FEA6A40}">
      <dsp:nvSpPr>
        <dsp:cNvPr id="0" name=""/>
        <dsp:cNvSpPr/>
      </dsp:nvSpPr>
      <dsp:spPr>
        <a:xfrm>
          <a:off x="0" y="3868016"/>
          <a:ext cx="7794231" cy="1289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Actionable Next Steps</a:t>
          </a:r>
        </a:p>
      </dsp:txBody>
      <dsp:txXfrm>
        <a:off x="0" y="3868016"/>
        <a:ext cx="7794231" cy="12893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D8B8DC-15DE-4343-98FE-0AF0F3F27735}">
      <dsp:nvSpPr>
        <dsp:cNvPr id="0" name=""/>
        <dsp:cNvSpPr/>
      </dsp:nvSpPr>
      <dsp:spPr>
        <a:xfrm>
          <a:off x="0" y="556"/>
          <a:ext cx="10840627" cy="1302008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09141F-F2E1-4961-813E-1B958740F0CB}">
      <dsp:nvSpPr>
        <dsp:cNvPr id="0" name=""/>
        <dsp:cNvSpPr/>
      </dsp:nvSpPr>
      <dsp:spPr>
        <a:xfrm>
          <a:off x="393857" y="293508"/>
          <a:ext cx="716104" cy="71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76607-2D28-4473-AA15-409F23353F32}">
      <dsp:nvSpPr>
        <dsp:cNvPr id="0" name=""/>
        <dsp:cNvSpPr/>
      </dsp:nvSpPr>
      <dsp:spPr>
        <a:xfrm>
          <a:off x="1503820" y="556"/>
          <a:ext cx="9336806" cy="1302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796" tIns="137796" rIns="137796" bIns="13779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data analyzed was the Fitbit Fitness Tracker Data published on Kaggle by Mobius, originating from the </a:t>
          </a:r>
          <a:r>
            <a:rPr lang="en-US" sz="2200" kern="1200" dirty="0" err="1"/>
            <a:t>Furberg</a:t>
          </a:r>
          <a:r>
            <a:rPr lang="en-US" sz="2200" kern="1200" dirty="0"/>
            <a:t> et al. dataset covering March – May 2016 across two exports.</a:t>
          </a:r>
        </a:p>
      </dsp:txBody>
      <dsp:txXfrm>
        <a:off x="1503820" y="556"/>
        <a:ext cx="9336806" cy="1302008"/>
      </dsp:txXfrm>
    </dsp:sp>
    <dsp:sp modelId="{EC2733EF-E0D6-40B4-B1DD-EDA40E0E05D0}">
      <dsp:nvSpPr>
        <dsp:cNvPr id="0" name=""/>
        <dsp:cNvSpPr/>
      </dsp:nvSpPr>
      <dsp:spPr>
        <a:xfrm>
          <a:off x="0" y="1628067"/>
          <a:ext cx="10840627" cy="1302008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B485BB-D245-48C9-8D77-D6D0973692ED}">
      <dsp:nvSpPr>
        <dsp:cNvPr id="0" name=""/>
        <dsp:cNvSpPr/>
      </dsp:nvSpPr>
      <dsp:spPr>
        <a:xfrm>
          <a:off x="393857" y="1921019"/>
          <a:ext cx="716104" cy="71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24C222-F6A0-4A89-AD3E-E84E7B6AF611}">
      <dsp:nvSpPr>
        <dsp:cNvPr id="0" name=""/>
        <dsp:cNvSpPr/>
      </dsp:nvSpPr>
      <dsp:spPr>
        <a:xfrm>
          <a:off x="1503820" y="1628067"/>
          <a:ext cx="9336806" cy="1302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796" tIns="137796" rIns="137796" bIns="13779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Combined and cleaned Daily Activity from both exports: 1,373 participant-day records and 35 distinct participant IDs.</a:t>
          </a:r>
        </a:p>
      </dsp:txBody>
      <dsp:txXfrm>
        <a:off x="1503820" y="1628067"/>
        <a:ext cx="9336806" cy="1302008"/>
      </dsp:txXfrm>
    </dsp:sp>
    <dsp:sp modelId="{EA0E1657-73C7-46DD-A357-B13F23973440}">
      <dsp:nvSpPr>
        <dsp:cNvPr id="0" name=""/>
        <dsp:cNvSpPr/>
      </dsp:nvSpPr>
      <dsp:spPr>
        <a:xfrm>
          <a:off x="0" y="3255578"/>
          <a:ext cx="10840627" cy="1302008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747CC1-0539-4A20-A98F-873256E668C0}">
      <dsp:nvSpPr>
        <dsp:cNvPr id="0" name=""/>
        <dsp:cNvSpPr/>
      </dsp:nvSpPr>
      <dsp:spPr>
        <a:xfrm>
          <a:off x="393857" y="3548530"/>
          <a:ext cx="716104" cy="716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B5F65B-AA2D-4319-99D0-BBF687AB08E7}">
      <dsp:nvSpPr>
        <dsp:cNvPr id="0" name=""/>
        <dsp:cNvSpPr/>
      </dsp:nvSpPr>
      <dsp:spPr>
        <a:xfrm>
          <a:off x="1503820" y="3255578"/>
          <a:ext cx="9336806" cy="1302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796" tIns="137796" rIns="137796" bIns="137796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Combined and cleaned minute-level sleep data, reconstructed into 1,007 sleep sessions</a:t>
          </a:r>
        </a:p>
      </dsp:txBody>
      <dsp:txXfrm>
        <a:off x="1503820" y="3255578"/>
        <a:ext cx="9336806" cy="13020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59CD18-50F2-4EBD-BF57-2B16EC2624A8}">
      <dsp:nvSpPr>
        <dsp:cNvPr id="0" name=""/>
        <dsp:cNvSpPr/>
      </dsp:nvSpPr>
      <dsp:spPr>
        <a:xfrm>
          <a:off x="0" y="740698"/>
          <a:ext cx="10840627" cy="136744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BBBAFD-1349-46EF-BC10-E02326AADA73}">
      <dsp:nvSpPr>
        <dsp:cNvPr id="0" name=""/>
        <dsp:cNvSpPr/>
      </dsp:nvSpPr>
      <dsp:spPr>
        <a:xfrm>
          <a:off x="413651" y="1048373"/>
          <a:ext cx="752093" cy="7520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AA3ABE-5AC2-47C5-A4C8-CAD9270447C4}">
      <dsp:nvSpPr>
        <dsp:cNvPr id="0" name=""/>
        <dsp:cNvSpPr/>
      </dsp:nvSpPr>
      <dsp:spPr>
        <a:xfrm>
          <a:off x="1579396" y="740698"/>
          <a:ext cx="9261230" cy="1367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21" tIns="144721" rIns="144721" bIns="144721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Given the substantial amount of recorded sedentary time, </a:t>
          </a:r>
          <a:r>
            <a:rPr lang="en-US" sz="2300" kern="1200" dirty="0" err="1"/>
            <a:t>Bellabeat</a:t>
          </a:r>
          <a:r>
            <a:rPr lang="en-US" sz="2300" kern="1200" dirty="0"/>
            <a:t> could explore marketing messages that emphasize incorporating movement into everyday routines. </a:t>
          </a:r>
        </a:p>
      </dsp:txBody>
      <dsp:txXfrm>
        <a:off x="1579396" y="740698"/>
        <a:ext cx="9261230" cy="1367443"/>
      </dsp:txXfrm>
    </dsp:sp>
    <dsp:sp modelId="{8B2645AC-C756-4658-A9BE-0E6A78F2AC6D}">
      <dsp:nvSpPr>
        <dsp:cNvPr id="0" name=""/>
        <dsp:cNvSpPr/>
      </dsp:nvSpPr>
      <dsp:spPr>
        <a:xfrm>
          <a:off x="0" y="2450002"/>
          <a:ext cx="10840627" cy="136744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29D1FD-BE42-483D-91BF-269F44697547}">
      <dsp:nvSpPr>
        <dsp:cNvPr id="0" name=""/>
        <dsp:cNvSpPr/>
      </dsp:nvSpPr>
      <dsp:spPr>
        <a:xfrm>
          <a:off x="413651" y="2757677"/>
          <a:ext cx="752093" cy="7520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F003C2-0B48-4EFE-97A4-18EF62BC41B8}">
      <dsp:nvSpPr>
        <dsp:cNvPr id="0" name=""/>
        <dsp:cNvSpPr/>
      </dsp:nvSpPr>
      <dsp:spPr>
        <a:xfrm>
          <a:off x="1579396" y="2450002"/>
          <a:ext cx="9261230" cy="1367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21" tIns="144721" rIns="144721" bIns="144721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Explore sleep awareness messaging</a:t>
          </a:r>
        </a:p>
      </dsp:txBody>
      <dsp:txXfrm>
        <a:off x="1579396" y="2450002"/>
        <a:ext cx="9261230" cy="13674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03EC9F-7671-4BD8-BB37-A1280EFF5D2E}">
      <dsp:nvSpPr>
        <dsp:cNvPr id="0" name=""/>
        <dsp:cNvSpPr/>
      </dsp:nvSpPr>
      <dsp:spPr>
        <a:xfrm>
          <a:off x="0" y="629"/>
          <a:ext cx="7794231" cy="147317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C0EC0-5FF7-419C-A8A5-46789F698585}">
      <dsp:nvSpPr>
        <dsp:cNvPr id="0" name=""/>
        <dsp:cNvSpPr/>
      </dsp:nvSpPr>
      <dsp:spPr>
        <a:xfrm>
          <a:off x="445634" y="332092"/>
          <a:ext cx="810243" cy="8102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790A52-B293-4D67-8CF6-F501F90D5FA9}">
      <dsp:nvSpPr>
        <dsp:cNvPr id="0" name=""/>
        <dsp:cNvSpPr/>
      </dsp:nvSpPr>
      <dsp:spPr>
        <a:xfrm>
          <a:off x="1701511" y="629"/>
          <a:ext cx="6092719" cy="1473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911" tIns="155911" rIns="155911" bIns="155911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Evaluate </a:t>
          </a:r>
          <a:r>
            <a:rPr lang="en-US" sz="2400" kern="1200" dirty="0" err="1"/>
            <a:t>Bellabeat</a:t>
          </a:r>
          <a:r>
            <a:rPr lang="en-US" sz="2400" kern="1200" dirty="0"/>
            <a:t> customer data to determine whether similar activity and sleep patterns are present</a:t>
          </a:r>
        </a:p>
      </dsp:txBody>
      <dsp:txXfrm>
        <a:off x="1701511" y="629"/>
        <a:ext cx="6092719" cy="1473170"/>
      </dsp:txXfrm>
    </dsp:sp>
    <dsp:sp modelId="{DE136954-20ED-4E92-B5ED-67D7269E4AA1}">
      <dsp:nvSpPr>
        <dsp:cNvPr id="0" name=""/>
        <dsp:cNvSpPr/>
      </dsp:nvSpPr>
      <dsp:spPr>
        <a:xfrm>
          <a:off x="0" y="1842092"/>
          <a:ext cx="7794231" cy="147317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063C40-212B-4702-81A8-89405BB4F332}">
      <dsp:nvSpPr>
        <dsp:cNvPr id="0" name=""/>
        <dsp:cNvSpPr/>
      </dsp:nvSpPr>
      <dsp:spPr>
        <a:xfrm>
          <a:off x="445634" y="2173555"/>
          <a:ext cx="810243" cy="8102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2BA572-4366-4A85-80F4-7193854911A7}">
      <dsp:nvSpPr>
        <dsp:cNvPr id="0" name=""/>
        <dsp:cNvSpPr/>
      </dsp:nvSpPr>
      <dsp:spPr>
        <a:xfrm>
          <a:off x="1701511" y="1842092"/>
          <a:ext cx="6092719" cy="1473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911" tIns="155911" rIns="155911" bIns="155911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Assess customer interest in everyday movement and sleep awareness messaging</a:t>
          </a:r>
        </a:p>
      </dsp:txBody>
      <dsp:txXfrm>
        <a:off x="1701511" y="1842092"/>
        <a:ext cx="6092719" cy="1473170"/>
      </dsp:txXfrm>
    </dsp:sp>
    <dsp:sp modelId="{D1E7BCCE-A7D2-40DF-815A-4A1406F948E8}">
      <dsp:nvSpPr>
        <dsp:cNvPr id="0" name=""/>
        <dsp:cNvSpPr/>
      </dsp:nvSpPr>
      <dsp:spPr>
        <a:xfrm>
          <a:off x="0" y="3683555"/>
          <a:ext cx="7794231" cy="147317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7BD49A-CEB5-45F5-9DBE-289C6D303D94}">
      <dsp:nvSpPr>
        <dsp:cNvPr id="0" name=""/>
        <dsp:cNvSpPr/>
      </dsp:nvSpPr>
      <dsp:spPr>
        <a:xfrm>
          <a:off x="445634" y="4015018"/>
          <a:ext cx="810243" cy="8102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524D0-8405-41FA-A830-2F4EE0D094B3}">
      <dsp:nvSpPr>
        <dsp:cNvPr id="0" name=""/>
        <dsp:cNvSpPr/>
      </dsp:nvSpPr>
      <dsp:spPr>
        <a:xfrm>
          <a:off x="1701511" y="3683555"/>
          <a:ext cx="6092719" cy="1473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911" tIns="155911" rIns="155911" bIns="155911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Test potential marketing messages before implementing a broader campaign</a:t>
          </a:r>
        </a:p>
      </dsp:txBody>
      <dsp:txXfrm>
        <a:off x="1701511" y="3683555"/>
        <a:ext cx="6092719" cy="14731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BF7D9-007C-491B-9DE1-7EF709756B4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F5A01-28F4-47B3-92B9-E772A089DB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16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F5A01-28F4-47B3-92B9-E772A089DB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5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F5A01-28F4-47B3-92B9-E772A089DB8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4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776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362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6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25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004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814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756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963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32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81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232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831030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670542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67271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510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9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9803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4456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200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1505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765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2691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907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6732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852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4298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4445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16A2C-9F25-542B-579F-0A916FD1D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6DC1A6-F4F1-CBC8-D3D5-81567191C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55B83-16EF-043F-87B7-77CC7340D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180CA-CBC4-8D0C-31E5-06823D13D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384E9-C731-BA17-9B36-2209C8F3A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889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338BE-1E2D-3BCF-8BD7-91F6E71EA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2201A-043E-CC73-8AF4-727C21B0C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08B4F-F126-EE94-4781-219C3360C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C4197-C8E2-54DF-CAB4-BDCB821A1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5724F-4349-0623-D491-83A638949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149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3D25F3E1-C0B7-40EF-8CC4-B5316E6E601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9E0FF083-5E37-4B42-928E-78A8D741F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3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rashnic/fitbi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github.com/Girafflegs/fitbit-sleep-analysis/tree/main" TargetMode="External"/><Relationship Id="rId4" Type="http://schemas.openxmlformats.org/officeDocument/2006/relationships/hyperlink" Target="https://public.tableau.com/app/profile/sarah.pingree/viz/BellabeatCapstoneExploratoryDataVisualizations/ParticipantDataFootprint2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5BF3-BDC7-E9E7-EAD9-29045F720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>
            <a:normAutofit/>
          </a:bodyPr>
          <a:lstStyle/>
          <a:p>
            <a:r>
              <a:rPr lang="en-US"/>
              <a:t>Bellabeat: Smart Device Usage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6961EB-5C6D-6C42-5BE9-EB5E660729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sz="2400" dirty="0"/>
              <a:t>Google Data Analytics Capstone Case Study</a:t>
            </a:r>
          </a:p>
        </p:txBody>
      </p:sp>
    </p:spTree>
    <p:extLst>
      <p:ext uri="{BB962C8B-B14F-4D97-AF65-F5344CB8AC3E}">
        <p14:creationId xmlns:p14="http://schemas.microsoft.com/office/powerpoint/2010/main" val="627917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8886C-CD3A-B512-3B28-CE0B7A01F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8C925B-10A0-F786-EAA3-87AC942D5AC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87537328"/>
              </p:ext>
            </p:extLst>
          </p:nvPr>
        </p:nvGraphicFramePr>
        <p:xfrm>
          <a:off x="4134532" y="1129145"/>
          <a:ext cx="7794231" cy="51573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6024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A1A59-DAB8-0524-4D29-176D733FD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5A5FC-D1A9-A7C0-5118-1FA1344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8702"/>
            <a:ext cx="8479072" cy="1395553"/>
          </a:xfrm>
        </p:spPr>
        <p:txBody>
          <a:bodyPr>
            <a:normAutofit/>
          </a:bodyPr>
          <a:lstStyle/>
          <a:p>
            <a:r>
              <a:rPr lang="en-US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6C081-3FF2-2075-3DBF-25CE7A4551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62742" y="2253061"/>
            <a:ext cx="8467558" cy="3539514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Neue Haas Grotesk Text Pro" panose="020B05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Analyze Fitbit smart device usage data to identify consumer trends and develop high-level marketing recommendations for the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Bellabeat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 app</a:t>
            </a:r>
          </a:p>
          <a:p>
            <a:pPr marL="0" indent="0">
              <a:spcAft>
                <a:spcPts val="60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090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470C-108B-2EA2-5834-51675738D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>
            <a:normAutofit/>
          </a:bodyPr>
          <a:lstStyle/>
          <a:p>
            <a:r>
              <a:rPr lang="en-US" dirty="0"/>
              <a:t>Data Source &amp; Scope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94C1A7-72DA-4F31-8B1D-FAABDF5CA9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448875"/>
              </p:ext>
            </p:extLst>
          </p:nvPr>
        </p:nvGraphicFramePr>
        <p:xfrm>
          <a:off x="1088135" y="1880756"/>
          <a:ext cx="10840627" cy="4558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5402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31E09-A97A-2675-EAE8-622AEFA75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8702"/>
            <a:ext cx="8479072" cy="1395553"/>
          </a:xfrm>
        </p:spPr>
        <p:txBody>
          <a:bodyPr>
            <a:normAutofit/>
          </a:bodyPr>
          <a:lstStyle/>
          <a:p>
            <a:r>
              <a:rPr lang="en-US" dirty="0"/>
              <a:t>Dataset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23936-FCE6-84D8-24BA-B53BA899DD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Data was collected in 2016 and may not reflect current behavior.</a:t>
            </a:r>
            <a:endParaRPr lang="en-US"/>
          </a:p>
          <a:p>
            <a:pPr>
              <a:spcAft>
                <a:spcPts val="600"/>
              </a:spcAft>
            </a:pPr>
            <a:r>
              <a:rPr lang="en-US" dirty="0"/>
              <a:t>No demographic data, including age or gender, to establish relevance to </a:t>
            </a:r>
            <a:r>
              <a:rPr lang="en-US" dirty="0" err="1"/>
              <a:t>Bellabeat</a:t>
            </a:r>
            <a:r>
              <a:rPr lang="en-US" dirty="0"/>
              <a:t> customers.</a:t>
            </a:r>
            <a:endParaRPr lang="en-US"/>
          </a:p>
          <a:p>
            <a:pPr>
              <a:spcAft>
                <a:spcPts val="600"/>
              </a:spcAft>
            </a:pPr>
            <a:r>
              <a:rPr lang="en-US" dirty="0"/>
              <a:t>Only 35 distinct IDs, with different participants contributing different amounts and types of records.</a:t>
            </a:r>
            <a:endParaRPr lang="en-US"/>
          </a:p>
          <a:p>
            <a:pPr>
              <a:spcAft>
                <a:spcPts val="600"/>
              </a:spcAft>
            </a:pPr>
            <a:r>
              <a:rPr lang="en-US" dirty="0"/>
              <a:t>Cannot determine whether absent records reflect device capabilities, participant preferences, nonuse, or other factors.</a:t>
            </a:r>
            <a:endParaRPr lang="en-US"/>
          </a:p>
          <a:p>
            <a:pPr>
              <a:spcAft>
                <a:spcPts val="600"/>
              </a:spcAft>
            </a:pPr>
            <a:r>
              <a:rPr lang="en-US" dirty="0"/>
              <a:t>Published description reports 30 eligible users, while our combined data contains 35 distinct IDs.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04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D1D91-8FCC-E2FE-7E6B-8DC0D0AA3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622" y="810608"/>
            <a:ext cx="9922764" cy="935982"/>
          </a:xfrm>
        </p:spPr>
        <p:txBody>
          <a:bodyPr/>
          <a:lstStyle/>
          <a:p>
            <a:r>
              <a:rPr lang="en-US" dirty="0"/>
              <a:t>Participant Data Coverage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1B504B99-2992-04C1-2658-DF25229A99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489" y="1825625"/>
            <a:ext cx="8319911" cy="43513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FC77DE8-9541-50D6-3E49-90570C7828DE}"/>
              </a:ext>
            </a:extLst>
          </p:cNvPr>
          <p:cNvSpPr txBox="1"/>
          <p:nvPr/>
        </p:nvSpPr>
        <p:spPr>
          <a:xfrm>
            <a:off x="1196622" y="1298222"/>
            <a:ext cx="7070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Horizontal groupings represent one participant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0CF6E3-7754-0919-C242-8FD434C616A7}"/>
              </a:ext>
            </a:extLst>
          </p:cNvPr>
          <p:cNvSpPr txBox="1"/>
          <p:nvPr/>
        </p:nvSpPr>
        <p:spPr>
          <a:xfrm>
            <a:off x="2560538" y="6176963"/>
            <a:ext cx="6233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Colored marks indicate dates with recorded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Gaps indicate dates without records</a:t>
            </a:r>
          </a:p>
        </p:txBody>
      </p:sp>
    </p:spTree>
    <p:extLst>
      <p:ext uri="{BB962C8B-B14F-4D97-AF65-F5344CB8AC3E}">
        <p14:creationId xmlns:p14="http://schemas.microsoft.com/office/powerpoint/2010/main" val="2226702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192EE-3AAD-6885-B3AE-2968D68A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>
            <a:normAutofit/>
          </a:bodyPr>
          <a:lstStyle/>
          <a:p>
            <a:r>
              <a:rPr lang="en-US" dirty="0"/>
              <a:t>Participant Coverage by Data 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8AE869-106A-7901-F997-3B6F8E78E49E}"/>
              </a:ext>
            </a:extLst>
          </p:cNvPr>
          <p:cNvSpPr txBox="1"/>
          <p:nvPr/>
        </p:nvSpPr>
        <p:spPr>
          <a:xfrm>
            <a:off x="1098397" y="2700671"/>
            <a:ext cx="3813846" cy="3585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600" kern="1200"/>
              <a:t>Manually logged activity is identified within daily activity records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053DD1-D1DB-E8FB-3E9B-0E03AAE7BB9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192232" y="1294071"/>
            <a:ext cx="6999768" cy="42698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26618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E6233-0C04-6E5D-80DB-62A5A74C5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>
            <a:normAutofit/>
          </a:bodyPr>
          <a:lstStyle/>
          <a:p>
            <a:r>
              <a:rPr lang="en-US" dirty="0"/>
              <a:t>Average Daily Minutes by Activity Intensity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BB29E2-B1CB-6D24-E032-F7DE874B7C9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532" y="1330583"/>
            <a:ext cx="7794231" cy="47544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86193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5F76-25F8-ECE3-87F8-47E714FF6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>
            <a:normAutofit/>
          </a:bodyPr>
          <a:lstStyle/>
          <a:p>
            <a:r>
              <a:rPr lang="en-US" sz="2500"/>
              <a:t>Sleep Duration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B8B5F8-91C5-9443-4729-FE01A2A5B0B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532" y="1330583"/>
            <a:ext cx="7794231" cy="47544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2924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B53C2-49FD-49AF-64C2-7467F3331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>
            <a:normAutofit/>
          </a:bodyPr>
          <a:lstStyle/>
          <a:p>
            <a:r>
              <a:rPr lang="en-US" sz="2500" dirty="0"/>
              <a:t>Marketing Recommendations for the </a:t>
            </a:r>
            <a:r>
              <a:rPr lang="en-US" sz="2500" dirty="0" err="1"/>
              <a:t>Bellabeat</a:t>
            </a:r>
            <a:r>
              <a:rPr lang="en-US" sz="2500" dirty="0"/>
              <a:t> App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C04D87-C089-7594-EA91-6733F93534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6211406"/>
              </p:ext>
            </p:extLst>
          </p:nvPr>
        </p:nvGraphicFramePr>
        <p:xfrm>
          <a:off x="1088135" y="1880756"/>
          <a:ext cx="10840627" cy="4558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3672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97BF6-2C0F-0346-C1D4-9B90A0A88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>
            <a:normAutofit/>
          </a:bodyPr>
          <a:lstStyle/>
          <a:p>
            <a:r>
              <a:rPr lang="en-US" sz="2800" dirty="0"/>
              <a:t>Actionable Next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49B6E2-0C4E-39EC-FAA1-A45D940C99E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682536492"/>
              </p:ext>
            </p:extLst>
          </p:nvPr>
        </p:nvGraphicFramePr>
        <p:xfrm>
          <a:off x="4134532" y="1129145"/>
          <a:ext cx="7794231" cy="51573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6126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715D8-B118-2E18-F343-CC2BB1FA7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Data sources and supporting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7E29C-EA99-8A56-BE66-6F51D8F981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 source: </a:t>
            </a:r>
            <a:r>
              <a:rPr lang="en-US" sz="2000" dirty="0">
                <a:hlinkClick r:id="rId3"/>
              </a:rPr>
              <a:t>Fitbit Fitness Tracker Data—Kaggle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4"/>
              </a:rPr>
              <a:t>Tableau Exploratory Visualizations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5"/>
              </a:rPr>
              <a:t>Fitbit Sleep Data Analysis (Python/Jupyter Notebook)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15641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26A5B-DBC3-F1D8-6E86-C9117F12E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Generative AI use disclosure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591EE-C60C-75FC-7FC0-989B738AB16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ChatGPT was used as a learning and technical support tool throughout this project, including Python tutoring, code development and debugging assistance, troubleshooting, project organization, and clarification of analytical concepts.</a:t>
            </a:r>
          </a:p>
          <a:p>
            <a:endParaRPr lang="en-US" dirty="0"/>
          </a:p>
          <a:p>
            <a:r>
              <a:rPr lang="en-US" dirty="0"/>
              <a:t>Analytical questions, methodological decisions, interpretation of results, and final conclusions were independently evaluated and determined by the author. AI-generated suggestions and code were reviewed and tested by the author.</a:t>
            </a:r>
          </a:p>
        </p:txBody>
      </p:sp>
    </p:spTree>
    <p:extLst>
      <p:ext uri="{BB962C8B-B14F-4D97-AF65-F5344CB8AC3E}">
        <p14:creationId xmlns:p14="http://schemas.microsoft.com/office/powerpoint/2010/main" val="2526061564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738</TotalTime>
  <Words>403</Words>
  <Application>Microsoft Office PowerPoint</Application>
  <PresentationFormat>Widescreen</PresentationFormat>
  <Paragraphs>45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Neue Haas Grotesk Text Pro</vt:lpstr>
      <vt:lpstr>System Font Regular</vt:lpstr>
      <vt:lpstr>Bjorn</vt:lpstr>
      <vt:lpstr>Bellabeat: Smart Device Usage Analysis</vt:lpstr>
      <vt:lpstr>Agenda</vt:lpstr>
      <vt:lpstr>Purpose</vt:lpstr>
      <vt:lpstr>Data Source &amp; Scope</vt:lpstr>
      <vt:lpstr>Dataset Limitations</vt:lpstr>
      <vt:lpstr>Participant Data Coverage</vt:lpstr>
      <vt:lpstr>Participant Coverage by Data Type</vt:lpstr>
      <vt:lpstr>Average Daily Minutes by Activity Intensity</vt:lpstr>
      <vt:lpstr>Sleep Duration Distribution</vt:lpstr>
      <vt:lpstr>Marketing Recommendations for the Bellabeat App</vt:lpstr>
      <vt:lpstr>Actionable Next Steps</vt:lpstr>
      <vt:lpstr>Data sources and supporting analysis</vt:lpstr>
      <vt:lpstr>Generative AI use disclosure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Pingree</dc:creator>
  <cp:lastModifiedBy>Sarah Pingree</cp:lastModifiedBy>
  <cp:revision>1</cp:revision>
  <dcterms:created xsi:type="dcterms:W3CDTF">2026-10-09T18:41:46Z</dcterms:created>
  <dcterms:modified xsi:type="dcterms:W3CDTF">2026-10-21T19:17:01Z</dcterms:modified>
</cp:coreProperties>
</file>